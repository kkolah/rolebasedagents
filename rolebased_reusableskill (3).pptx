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Reusable Skill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365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 →  Use Cases  →  Skill &amp; Tool Registry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" y="658368"/>
            <a:ext cx="822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" y="6583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73152" y="2176272"/>
            <a:ext cx="8229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21762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73152" y="3749040"/>
            <a:ext cx="8229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" y="3749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&amp;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1371600" y="658368"/>
            <a:ext cx="1828800" cy="749808"/>
          </a:xfrm>
          <a:prstGeom prst="rect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65836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 QA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658368"/>
            <a:ext cx="1828800" cy="749808"/>
          </a:xfrm>
          <a:prstGeom prst="rect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65836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658368"/>
            <a:ext cx="1828800" cy="749808"/>
          </a:xfrm>
          <a:prstGeom prst="rect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92440" y="65836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2176272"/>
            <a:ext cx="1828800" cy="640080"/>
          </a:xfrm>
          <a:prstGeom prst="rect">
            <a:avLst/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21762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176272"/>
            <a:ext cx="1828800" cy="640080"/>
          </a:xfrm>
          <a:prstGeom prst="rect">
            <a:avLst/>
          </a:prstGeom>
          <a:solidFill>
            <a:srgbClr val="1C7293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21762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2440" y="2176272"/>
            <a:ext cx="1828800" cy="640080"/>
          </a:xfrm>
          <a:prstGeom prst="rect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92440" y="21762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0" y="1408176"/>
            <a:ext cx="0" cy="768096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0" y="1408176"/>
            <a:ext cx="-3200400" cy="768096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0" y="1408176"/>
            <a:ext cx="0" cy="768096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0" y="1408176"/>
            <a:ext cx="3520440" cy="768096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06840" y="1408176"/>
            <a:ext cx="-3520440" cy="768096"/>
          </a:xfrm>
          <a:prstGeom prst="line">
            <a:avLst/>
          </a:prstGeom>
          <a:noFill/>
          <a:ln w="1778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06840" y="1408176"/>
            <a:ext cx="0" cy="768096"/>
          </a:xfrm>
          <a:prstGeom prst="line">
            <a:avLst/>
          </a:prstGeom>
          <a:noFill/>
          <a:ln w="1778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286000" y="2816352"/>
            <a:ext cx="0" cy="932688"/>
          </a:xfrm>
          <a:prstGeom prst="line">
            <a:avLst/>
          </a:prstGeom>
          <a:noFill/>
          <a:ln w="1778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0" y="2816352"/>
            <a:ext cx="0" cy="932688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06840" y="2816352"/>
            <a:ext cx="0" cy="932688"/>
          </a:xfrm>
          <a:prstGeom prst="line">
            <a:avLst/>
          </a:prstGeom>
          <a:noFill/>
          <a:ln w="1778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68680" y="3749040"/>
            <a:ext cx="11018520" cy="2944368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3749040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&amp; TOOL REGISTRY  —  shared pool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0120" y="4059936"/>
            <a:ext cx="3291840" cy="25420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40599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 SHARED SKILLS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51560" y="437083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06424" y="44531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34440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data_fetcher_skill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51560" y="4663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EDR · RRO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51560" y="504748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06424" y="512978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34440" y="5047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verdict_agent_skill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051560" y="53400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EDR · RRO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051560" y="57241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6424" y="580644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34440" y="5724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validator_skill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051560" y="6016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EDR · RRO · ICMP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343400" y="4059936"/>
            <a:ext cx="2240280" cy="25420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43400" y="4059936"/>
            <a:ext cx="2240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3400" y="40599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— Unique Skills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434840" y="4370832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34840" y="4370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edr_q1_skill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434840" y="4718304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34840" y="47183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edr_q2_skill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434840" y="5065776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34840" y="5065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edr_q13_skill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434840" y="5413248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89704" y="549554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17720" y="54132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data_fetcher_skill ↑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434840" y="5760720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9704" y="584301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17720" y="5760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verdict_agent_skill ↑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434840" y="6108192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89704" y="619048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6108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validator_skill ↑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675120" y="4059936"/>
            <a:ext cx="2240280" cy="25420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75120" y="4059936"/>
            <a:ext cx="224028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75120" y="40599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— Unique Skills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766560" y="4370832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66560" y="4370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rro_q1_skill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766560" y="4718304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66560" y="47183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rro_q2_skill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766560" y="5065776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66560" y="5065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rro_q13_skill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766560" y="5413248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21424" y="549554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49440" y="54132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data_fetcher_skill ↑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766560" y="5760720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821424" y="584301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49440" y="5760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verdict_agent_skill ↑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766560" y="6108192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21424" y="619048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49440" y="6108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validator_skill ↑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9006840" y="4059936"/>
            <a:ext cx="2240280" cy="25420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006840" y="4059936"/>
            <a:ext cx="224028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006840" y="40599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— Unique Skills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9098280" y="4370832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098280" y="4370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api_fetcher_skill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9098280" y="4718304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098280" y="47183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verdict_skill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9098280" y="5065776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153144" y="5148072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281160" y="50657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validator_skill ↑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11338560" y="4059936"/>
            <a:ext cx="475488" cy="25420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356848" y="4370832"/>
            <a:ext cx="420624" cy="457200"/>
          </a:xfrm>
          <a:prstGeom prst="roundRect">
            <a:avLst>
              <a:gd name="adj" fmla="val 8696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1356848" y="437083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11356848" y="4901184"/>
            <a:ext cx="420624" cy="457200"/>
          </a:xfrm>
          <a:prstGeom prst="roundRect">
            <a:avLst>
              <a:gd name="adj" fmla="val 8696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1356848" y="4901184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 rot="16200000">
            <a:off x="11338560" y="576072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868680" y="6583680"/>
            <a:ext cx="11018520" cy="2011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05840" y="6620256"/>
            <a:ext cx="128016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161288" y="66111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data_fetcher_skill (shared)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2834640" y="6620256"/>
            <a:ext cx="128016" cy="1188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990088" y="66111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verdict_agent_skill (shared)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4663440" y="6620256"/>
            <a:ext cx="128016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818888" y="66111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validator_skill (shared)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6492240" y="6620256"/>
            <a:ext cx="128016" cy="1188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647688" y="66111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specific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8321040" y="6620256"/>
            <a:ext cx="128016" cy="1188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476488" y="66111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db_tool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10149840" y="6620256"/>
            <a:ext cx="128016" cy="1188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305288" y="66111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api_tool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2026-05-07T18:02:45Z</dcterms:created>
  <dcterms:modified xsi:type="dcterms:W3CDTF">2026-05-07T18:02:45Z</dcterms:modified>
</cp:coreProperties>
</file>