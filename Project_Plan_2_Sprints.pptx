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2-Sprint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2606040"/>
            <a:ext cx="4572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78892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28, 2026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22, 2026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Sprints / 4 Weeks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Deliverables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Engineering &amp; Release Mgmt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08960" y="4572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Timeline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108960" y="91440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sprints • Sequential &amp; parallel workstreams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92608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 •  Apr 28 – May 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61120" y="1371600"/>
            <a:ext cx="292608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 •  May 11 – May 22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1691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98080" y="1691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61120" y="1691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424160" y="1691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498080" y="1947672"/>
            <a:ext cx="0" cy="3291840"/>
          </a:xfrm>
          <a:prstGeom prst="line">
            <a:avLst/>
          </a:prstGeom>
          <a:noFill/>
          <a:ln w="9525">
            <a:solidFill>
              <a:srgbClr val="D6DEE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961120" y="1947672"/>
            <a:ext cx="0" cy="3291840"/>
          </a:xfrm>
          <a:prstGeom prst="line">
            <a:avLst/>
          </a:prstGeom>
          <a:noFill/>
          <a:ln w="9525">
            <a:solidFill>
              <a:srgbClr val="D6DEE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0424160" y="1947672"/>
            <a:ext cx="0" cy="3291840"/>
          </a:xfrm>
          <a:prstGeom prst="line">
            <a:avLst/>
          </a:prstGeom>
          <a:noFill/>
          <a:ln w="9525">
            <a:solidFill>
              <a:srgbClr val="D6DEE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961120" y="1947672"/>
            <a:ext cx="0" cy="3291840"/>
          </a:xfrm>
          <a:prstGeom prst="line">
            <a:avLst/>
          </a:prstGeom>
          <a:noFill/>
          <a:ln w="15875">
            <a:solidFill>
              <a:srgbClr val="5A6B8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1947672"/>
            <a:ext cx="8778240" cy="41148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2007108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20071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20440" y="19751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deterministic code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20440" y="21762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71616" y="2034540"/>
            <a:ext cx="1389888" cy="237744"/>
          </a:xfrm>
          <a:prstGeom prst="roundRect">
            <a:avLst>
              <a:gd name="adj" fmla="val 1923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1616" y="203454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54680" y="2418588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24185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20440" y="23865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&amp; add required tools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20440" y="25877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Platform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49440" y="2446020"/>
            <a:ext cx="1389888" cy="237744"/>
          </a:xfrm>
          <a:prstGeom prst="roundRect">
            <a:avLst>
              <a:gd name="adj" fmla="val 1923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244602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108960" y="2770632"/>
            <a:ext cx="8778240" cy="41148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54680" y="2830068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54680" y="28300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20440" y="27980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validation &amp; testing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520440" y="29992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Dev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827264" y="2857500"/>
            <a:ext cx="1097280" cy="237744"/>
          </a:xfrm>
          <a:prstGeom prst="roundRect">
            <a:avLst>
              <a:gd name="adj" fmla="val 1923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27264" y="28575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154680" y="3241548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54680" y="32415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520440" y="32095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deployment &amp; sign-off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520440" y="34107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Business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997696" y="3268980"/>
            <a:ext cx="1097280" cy="237744"/>
          </a:xfrm>
          <a:prstGeom prst="roundRect">
            <a:avLst>
              <a:gd name="adj" fmla="val 1923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97696" y="32689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108960" y="3593592"/>
            <a:ext cx="8778240" cy="41148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54680" y="3653028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54680" y="36530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520440" y="36210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520440" y="382219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875520" y="3680460"/>
            <a:ext cx="512064" cy="237744"/>
          </a:xfrm>
          <a:prstGeom prst="roundRect">
            <a:avLst>
              <a:gd name="adj" fmla="val 1923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433304" y="36804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154680" y="4064508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54680" y="40645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520440" y="40325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package ready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520440" y="42336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Mgmt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0168128" y="4091940"/>
            <a:ext cx="512064" cy="237744"/>
          </a:xfrm>
          <a:prstGeom prst="roundRect">
            <a:avLst>
              <a:gd name="adj" fmla="val 1923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725912" y="40919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108960" y="4416552"/>
            <a:ext cx="8778240" cy="41148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54680" y="4475988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54680" y="44759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520440" y="44439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CR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520440" y="4645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Mgmt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0753344" y="4503420"/>
            <a:ext cx="219456" cy="237744"/>
          </a:xfrm>
          <a:prstGeom prst="roundRect">
            <a:avLst>
              <a:gd name="adj" fmla="val 2083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018520" y="45034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154680" y="4887468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54680" y="48874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520440" y="48554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CR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3520440" y="5056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Mgmt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1045952" y="4914900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1045952" y="491490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108960" y="5239512"/>
            <a:ext cx="877824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08960" y="5504688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64992" y="54681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Validate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937760" y="5504688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193792" y="54681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&amp; Approval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766560" y="5504688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022592" y="54681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CR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9692640" y="54681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Go-Live: May 22,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Plan – 2 Sprint Delivery</dc:title>
  <dc:subject>PptxGenJS Presentation</dc:subject>
  <dc:creator>Project Team</dc:creator>
  <cp:lastModifiedBy>Project Team</cp:lastModifiedBy>
  <cp:revision>1</cp:revision>
  <dcterms:created xsi:type="dcterms:W3CDTF">2026-04-28T15:58:27Z</dcterms:created>
  <dcterms:modified xsi:type="dcterms:W3CDTF">2026-04-28T15:58:27Z</dcterms:modified>
</cp:coreProperties>
</file>