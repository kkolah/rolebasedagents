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73152"/>
            <a:ext cx="11832336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73152"/>
            <a:ext cx="11777472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LAYER  —  Authentication · Authorization · Encrypted Transport · Token Validation · Rate Limiting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64592" y="457200"/>
            <a:ext cx="1183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Agentic System  ·  Architecture Diagram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4592" y="768096"/>
            <a:ext cx="2029968" cy="5321808"/>
          </a:xfrm>
          <a:prstGeom prst="rect">
            <a:avLst/>
          </a:prstGeom>
          <a:solidFill>
            <a:srgbClr val="EFF6FF">
              <a:alpha val="90000"/>
            </a:srgbClr>
          </a:solidFill>
          <a:ln w="12700">
            <a:solidFill>
              <a:srgbClr val="1D4ED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37744" y="8138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GOVERNANCE · RBAC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359152" y="768096"/>
            <a:ext cx="2029968" cy="5321808"/>
          </a:xfrm>
          <a:prstGeom prst="rect">
            <a:avLst/>
          </a:prstGeom>
          <a:solidFill>
            <a:srgbClr val="F5F3FF">
              <a:alpha val="90000"/>
            </a:srgbClr>
          </a:solidFill>
          <a:ln w="12700">
            <a:solidFill>
              <a:srgbClr val="6D28D9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432304" y="81381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TO AGENT · O2A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53712" y="768096"/>
            <a:ext cx="2578608" cy="5321808"/>
          </a:xfrm>
          <a:prstGeom prst="rect">
            <a:avLst/>
          </a:prstGeom>
          <a:solidFill>
            <a:srgbClr val="F0FDFA">
              <a:alpha val="90000"/>
            </a:srgbClr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626864" y="813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· TASK EXECUTION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406640" y="768096"/>
            <a:ext cx="2615184" cy="5321808"/>
          </a:xfrm>
          <a:prstGeom prst="rect">
            <a:avLst/>
          </a:prstGeom>
          <a:solidFill>
            <a:srgbClr val="F0FDF4">
              <a:alpha val="90000"/>
            </a:srgbClr>
          </a:solidFill>
          <a:ln w="12700">
            <a:solidFill>
              <a:srgbClr val="15803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479792" y="813816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REGISTRY · iWolf Format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186416" y="768096"/>
            <a:ext cx="1810512" cy="5321808"/>
          </a:xfrm>
          <a:prstGeom prst="rect">
            <a:avLst/>
          </a:prstGeom>
          <a:solidFill>
            <a:srgbClr val="FFFBEB">
              <a:alpha val="90000"/>
            </a:srgbClr>
          </a:solidFill>
          <a:ln w="12700">
            <a:solidFill>
              <a:srgbClr val="B45309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259568" y="81381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TO INSIGHTS · O2I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56032" y="987552"/>
            <a:ext cx="1847088" cy="749808"/>
          </a:xfrm>
          <a:prstGeom prst="rect">
            <a:avLst/>
          </a:prstGeom>
          <a:solidFill>
            <a:srgbClr val="F8FAFC"/>
          </a:solidFill>
          <a:ln w="1778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987552"/>
            <a:ext cx="184708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9875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" y="13350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→ Use Case mapping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 access matrix
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Permission enforcement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1883664"/>
            <a:ext cx="1847088" cy="713232"/>
          </a:xfrm>
          <a:prstGeom prst="rect">
            <a:avLst/>
          </a:prstGeom>
          <a:solidFill>
            <a:srgbClr val="F8FAFC"/>
          </a:solidFill>
          <a:ln w="1778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1883664"/>
            <a:ext cx="1847088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18836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agent.yaml  ·  Identity Store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" y="221284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Allowed UCs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· Permissions · Max Exec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743200"/>
            <a:ext cx="1847088" cy="548640"/>
          </a:xfrm>
          <a:prstGeom prst="rect">
            <a:avLst/>
          </a:prstGeom>
          <a:solidFill>
            <a:srgbClr val="EFF6FF"/>
          </a:solidFill>
          <a:ln w="1778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743200"/>
            <a:ext cx="184708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2743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Queue Analyst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9184" y="307238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✓  ·  RRO ✓  ·  No approval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3401568"/>
            <a:ext cx="1847088" cy="548640"/>
          </a:xfrm>
          <a:prstGeom prst="rect">
            <a:avLst/>
          </a:prstGeom>
          <a:solidFill>
            <a:srgbClr val="FFF1F2"/>
          </a:solidFill>
          <a:ln w="17780">
            <a:solidFill>
              <a:srgbClr val="B91C1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401568"/>
            <a:ext cx="1847088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34015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Auditor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9184" y="373075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✓ (approval gate)  ·  RRO ✗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4078224"/>
            <a:ext cx="1847088" cy="658368"/>
          </a:xfrm>
          <a:prstGeom prst="rect">
            <a:avLst/>
          </a:prstGeom>
          <a:solidFill>
            <a:srgbClr val="F8FAFC"/>
          </a:solidFill>
          <a:ln w="1778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4078224"/>
            <a:ext cx="1847088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0782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" y="440740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 ·  Max Executions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011680" y="1362456"/>
            <a:ext cx="329184" cy="0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2011680" y="117957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011680" y="2240280"/>
            <a:ext cx="329184" cy="0"/>
          </a:xfrm>
          <a:prstGeom prst="line">
            <a:avLst/>
          </a:prstGeom>
          <a:noFill/>
          <a:ln w="20320">
            <a:solidFill>
              <a:srgbClr val="3B82F6"/>
            </a:solidFill>
            <a:prstDash val="solid"/>
            <a:tailEnd type="arrow"/>
          </a:ln>
        </p:spPr>
      </p:sp>
      <p:sp>
        <p:nvSpPr>
          <p:cNvPr id="38" name="Text 36"/>
          <p:cNvSpPr/>
          <p:nvPr/>
        </p:nvSpPr>
        <p:spPr>
          <a:xfrm>
            <a:off x="2011680" y="20574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0" y="914400"/>
            <a:ext cx="1627632" cy="402336"/>
          </a:xfrm>
          <a:prstGeom prst="rect">
            <a:avLst/>
          </a:prstGeom>
          <a:solidFill>
            <a:srgbClr val="FFFFFF"/>
          </a:solidFill>
          <a:ln w="17780">
            <a:solidFill>
              <a:srgbClr val="1E293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60320" y="914400"/>
            <a:ext cx="1627632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Task Input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78608" y="950976"/>
            <a:ext cx="310896" cy="310896"/>
          </a:xfrm>
          <a:prstGeom prst="ellipse">
            <a:avLst/>
          </a:prstGeom>
          <a:solidFill>
            <a:srgbClr val="FEF08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78608" y="950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64992" y="1316736"/>
            <a:ext cx="0" cy="310896"/>
          </a:xfrm>
          <a:prstGeom prst="line">
            <a:avLst/>
          </a:prstGeom>
          <a:noFill/>
          <a:ln w="20320">
            <a:solidFill>
              <a:srgbClr val="1E293B"/>
            </a:solidFill>
            <a:prstDash val="solid"/>
            <a:tailEnd type="arrow"/>
          </a:ln>
        </p:spPr>
      </p:sp>
      <p:sp>
        <p:nvSpPr>
          <p:cNvPr id="44" name="Text 42"/>
          <p:cNvSpPr/>
          <p:nvPr/>
        </p:nvSpPr>
        <p:spPr>
          <a:xfrm>
            <a:off x="3401568" y="1410005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task + role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615184" y="13716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task + role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450592" y="1609344"/>
            <a:ext cx="1847088" cy="621792"/>
          </a:xfrm>
          <a:prstGeom prst="rect">
            <a:avLst/>
          </a:prstGeom>
          <a:solidFill>
            <a:srgbClr val="F8FAFC"/>
          </a:solidFill>
          <a:ln w="1778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450592" y="1609344"/>
            <a:ext cx="1847088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3744" y="16093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523744" y="193852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enforcement  ·  Routing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64992" y="2231136"/>
            <a:ext cx="0" cy="310896"/>
          </a:xfrm>
          <a:prstGeom prst="line">
            <a:avLst/>
          </a:prstGeom>
          <a:noFill/>
          <a:ln w="20320">
            <a:solidFill>
              <a:srgbClr val="1D4ED8"/>
            </a:solidFill>
            <a:prstDash val="solid"/>
            <a:tailEnd type="arrow"/>
          </a:ln>
        </p:spPr>
      </p:sp>
      <p:sp>
        <p:nvSpPr>
          <p:cNvPr id="51" name="Text 49"/>
          <p:cNvSpPr/>
          <p:nvPr/>
        </p:nvSpPr>
        <p:spPr>
          <a:xfrm>
            <a:off x="2542032" y="22860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init: role + L1 tools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450592" y="2523744"/>
            <a:ext cx="1847088" cy="548640"/>
          </a:xfrm>
          <a:prstGeom prst="rect">
            <a:avLst/>
          </a:prstGeom>
          <a:solidFill>
            <a:srgbClr val="F8FAFC"/>
          </a:solidFill>
          <a:ln w="1778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450592" y="2523744"/>
            <a:ext cx="1847088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23744" y="25237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LLM Worker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487168" y="3127248"/>
            <a:ext cx="1773936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23744" y="3145536"/>
            <a:ext cx="1700784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 = YAML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attached (L1 init)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364992" y="3675888"/>
            <a:ext cx="0" cy="420624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arrow"/>
          </a:ln>
        </p:spPr>
      </p:sp>
      <p:sp>
        <p:nvSpPr>
          <p:cNvPr id="58" name="Shape 56"/>
          <p:cNvSpPr/>
          <p:nvPr/>
        </p:nvSpPr>
        <p:spPr>
          <a:xfrm>
            <a:off x="2816352" y="4114800"/>
            <a:ext cx="914400" cy="347472"/>
          </a:xfrm>
          <a:prstGeom prst="rect">
            <a:avLst/>
          </a:prstGeom>
          <a:solidFill>
            <a:srgbClr val="3B82F6"/>
          </a:solidFill>
          <a:ln w="1778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2816352" y="4114800"/>
            <a:ext cx="9144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24528" y="2798064"/>
            <a:ext cx="329184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arrow"/>
          </a:ln>
        </p:spPr>
      </p:sp>
      <p:sp>
        <p:nvSpPr>
          <p:cNvPr id="61" name="Text 59"/>
          <p:cNvSpPr/>
          <p:nvPr/>
        </p:nvSpPr>
        <p:spPr>
          <a:xfrm>
            <a:off x="4224528" y="261518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loop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553712" y="2980944"/>
            <a:ext cx="-329184" cy="0"/>
          </a:xfrm>
          <a:prstGeom prst="line">
            <a:avLst/>
          </a:prstGeom>
          <a:noFill/>
          <a:ln w="17780">
            <a:solidFill>
              <a:srgbClr val="8B5CF6"/>
            </a:solidFill>
            <a:prstDash val="sysDash"/>
            <a:tailEnd type="arrow"/>
          </a:ln>
        </p:spPr>
      </p:sp>
      <p:sp>
        <p:nvSpPr>
          <p:cNvPr id="63" name="Text 61"/>
          <p:cNvSpPr/>
          <p:nvPr/>
        </p:nvSpPr>
        <p:spPr>
          <a:xfrm>
            <a:off x="4224528" y="299923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364992" y="4480560"/>
            <a:ext cx="0" cy="621792"/>
          </a:xfrm>
          <a:prstGeom prst="line">
            <a:avLst/>
          </a:prstGeom>
          <a:noFill/>
          <a:ln w="17780">
            <a:solidFill>
              <a:srgbClr val="B91C1C"/>
            </a:solidFill>
            <a:prstDash val="sysDash"/>
            <a:tailEnd type="arrow"/>
          </a:ln>
        </p:spPr>
      </p:sp>
      <p:sp>
        <p:nvSpPr>
          <p:cNvPr id="65" name="Text 63"/>
          <p:cNvSpPr/>
          <p:nvPr/>
        </p:nvSpPr>
        <p:spPr>
          <a:xfrm>
            <a:off x="3401568" y="46634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626864" y="950976"/>
            <a:ext cx="1152144" cy="3255264"/>
          </a:xfrm>
          <a:prstGeom prst="rect">
            <a:avLst/>
          </a:prstGeom>
          <a:solidFill>
            <a:srgbClr val="EFF6FF"/>
          </a:solidFill>
          <a:ln w="1778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626864" y="950976"/>
            <a:ext cx="1152144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0016" y="95097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Use Case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645152" y="126187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Driven Review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645152" y="1481328"/>
            <a:ext cx="1115568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149961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864608" y="14996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Q1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645152" y="1883664"/>
            <a:ext cx="1115568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19019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864608" y="1901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Q2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645152" y="2286000"/>
            <a:ext cx="1115568" cy="347472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0" y="230428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864608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data-feature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864608" y="246888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★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645152" y="2688336"/>
            <a:ext cx="1115568" cy="347472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63440" y="270662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4864608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data-validator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864608" y="28712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★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645152" y="3090672"/>
            <a:ext cx="1115568" cy="347472"/>
          </a:xfrm>
          <a:prstGeom prst="rect">
            <a:avLst/>
          </a:prstGeom>
          <a:solidFill>
            <a:srgbClr val="EFF6FF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63440" y="310896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864608" y="3108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Q3-Q10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645152" y="3493008"/>
            <a:ext cx="1115568" cy="347472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63440" y="351129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864608" y="35112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worded-gen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864608" y="36758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★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888736" y="950976"/>
            <a:ext cx="1152144" cy="3255264"/>
          </a:xfrm>
          <a:prstGeom prst="rect">
            <a:avLst/>
          </a:prstGeom>
          <a:solidFill>
            <a:srgbClr val="F5F3FF"/>
          </a:solidFill>
          <a:ln w="1778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5888736" y="950976"/>
            <a:ext cx="1152144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61888" y="950976"/>
            <a:ext cx="1042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Use Case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907024" y="126187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Review Output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907024" y="1481328"/>
            <a:ext cx="1115568" cy="347472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925312" y="149961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126480" y="14996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Q1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5907024" y="1883664"/>
            <a:ext cx="1115568" cy="347472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925312" y="19019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6126480" y="1901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Q2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907024" y="2286000"/>
            <a:ext cx="1115568" cy="347472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925312" y="230428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6126480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data-feature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126480" y="246888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★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907024" y="2688336"/>
            <a:ext cx="1115568" cy="347472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25312" y="270662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6126480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data-validator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6126480" y="28712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★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5907024" y="3090672"/>
            <a:ext cx="1115568" cy="347472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25312" y="310896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126480" y="3108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RRO Q3-Q10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5907024" y="3493008"/>
            <a:ext cx="1115568" cy="347472"/>
          </a:xfrm>
          <a:prstGeom prst="rect">
            <a:avLst/>
          </a:prstGeom>
          <a:solidFill>
            <a:srgbClr val="CCFBF1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925312" y="351129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6126480" y="35112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worded-gen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6126480" y="36758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★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626864" y="4279392"/>
            <a:ext cx="2414016" cy="292608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663440" y="4279392"/>
            <a:ext cx="2340864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Shared: data-feature · data-validator · worded-gen — defined ONCE in registry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7242048" y="2798064"/>
            <a:ext cx="164592" cy="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arrow"/>
          </a:ln>
        </p:spPr>
      </p:sp>
      <p:sp>
        <p:nvSpPr>
          <p:cNvPr id="119" name="Text 117"/>
          <p:cNvSpPr/>
          <p:nvPr/>
        </p:nvSpPr>
        <p:spPr>
          <a:xfrm>
            <a:off x="7242048" y="26151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skill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7242048" y="3712464"/>
            <a:ext cx="164592" cy="0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arrow"/>
          </a:ln>
        </p:spPr>
      </p:sp>
      <p:sp>
        <p:nvSpPr>
          <p:cNvPr id="121" name="Text 119"/>
          <p:cNvSpPr/>
          <p:nvPr/>
        </p:nvSpPr>
        <p:spPr>
          <a:xfrm>
            <a:off x="7242048" y="35295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tool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5833872" y="4572000"/>
            <a:ext cx="0" cy="530352"/>
          </a:xfrm>
          <a:prstGeom prst="line">
            <a:avLst/>
          </a:prstGeom>
          <a:noFill/>
          <a:ln w="17780">
            <a:solidFill>
              <a:srgbClr val="B91C1C"/>
            </a:solidFill>
            <a:prstDash val="sysDash"/>
            <a:tailEnd type="arrow"/>
          </a:ln>
        </p:spPr>
      </p:sp>
      <p:sp>
        <p:nvSpPr>
          <p:cNvPr id="123" name="Shape 121"/>
          <p:cNvSpPr/>
          <p:nvPr/>
        </p:nvSpPr>
        <p:spPr>
          <a:xfrm>
            <a:off x="7498080" y="950976"/>
            <a:ext cx="2432304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98080" y="95097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  ·  iWolf Standard Format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7498080" y="1243584"/>
            <a:ext cx="2432304" cy="731520"/>
          </a:xfrm>
          <a:prstGeom prst="rect">
            <a:avLst/>
          </a:prstGeom>
          <a:solidFill>
            <a:srgbClr val="F0FDF4"/>
          </a:solidFill>
          <a:ln w="1778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6" name="Shape 124"/>
          <p:cNvSpPr/>
          <p:nvPr/>
        </p:nvSpPr>
        <p:spPr>
          <a:xfrm>
            <a:off x="7498080" y="1243584"/>
            <a:ext cx="2432304" cy="3108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571232" y="124358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SKILL.MD  — Loaded at init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7571232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 ·  IO patterns  ·  Intent tags  ·  Metadata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7132320" y="1609344"/>
            <a:ext cx="274320" cy="0"/>
          </a:xfrm>
          <a:prstGeom prst="line">
            <a:avLst/>
          </a:prstGeom>
          <a:noFill/>
          <a:ln w="17780">
            <a:solidFill>
              <a:srgbClr val="0D9488"/>
            </a:solidFill>
            <a:prstDash val="sysDash"/>
            <a:tailEnd type="arrow"/>
          </a:ln>
        </p:spPr>
      </p:sp>
      <p:sp>
        <p:nvSpPr>
          <p:cNvPr id="130" name="Text 128"/>
          <p:cNvSpPr/>
          <p:nvPr/>
        </p:nvSpPr>
        <p:spPr>
          <a:xfrm>
            <a:off x="7132320" y="14264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metadata</a:t>
            </a:r>
            <a:endParaRPr lang="en-US" sz="750" dirty="0"/>
          </a:p>
        </p:txBody>
      </p:sp>
      <p:sp>
        <p:nvSpPr>
          <p:cNvPr id="131" name="Text 129"/>
          <p:cNvSpPr/>
          <p:nvPr/>
        </p:nvSpPr>
        <p:spPr>
          <a:xfrm>
            <a:off x="6931152" y="14630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metadata →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498080" y="2048256"/>
            <a:ext cx="2432304" cy="896112"/>
          </a:xfrm>
          <a:prstGeom prst="rect">
            <a:avLst/>
          </a:prstGeom>
          <a:solidFill>
            <a:srgbClr val="EFF6FF"/>
          </a:solidFill>
          <a:ln w="1778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3" name="Shape 131"/>
          <p:cNvSpPr/>
          <p:nvPr/>
        </p:nvSpPr>
        <p:spPr>
          <a:xfrm>
            <a:off x="7498080" y="2048256"/>
            <a:ext cx="2432304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571232" y="2048256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Full SKILL.MD  — Loaded if intent matches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7571232" y="23774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edr-q1..q10  ·  rro-q1..q10
</a:t>
            </a:r>
            <a:pPr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data-feature ★  ·  data-validator ★  ·  worded-gen ★</a:t>
            </a:r>
            <a:endParaRPr lang="en-US" sz="850" dirty="0"/>
          </a:p>
        </p:txBody>
      </p:sp>
      <p:sp>
        <p:nvSpPr>
          <p:cNvPr id="136" name="Text 134"/>
          <p:cNvSpPr/>
          <p:nvPr/>
        </p:nvSpPr>
        <p:spPr>
          <a:xfrm>
            <a:off x="6839712" y="23957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L2 SKILL.MD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7498080" y="3017520"/>
            <a:ext cx="2432304" cy="877824"/>
          </a:xfrm>
          <a:prstGeom prst="rect">
            <a:avLst/>
          </a:prstGeom>
          <a:solidFill>
            <a:srgbClr val="F5F3FF"/>
          </a:solidFill>
          <a:ln w="1778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8" name="Shape 136"/>
          <p:cNvSpPr/>
          <p:nvPr/>
        </p:nvSpPr>
        <p:spPr>
          <a:xfrm>
            <a:off x="7498080" y="3017520"/>
            <a:ext cx="2432304" cy="31089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571232" y="30175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References  — On demand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7571232" y="334670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specs  ·  Templates  ·  Scripts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 testing, validation, report, tools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6784848" y="340156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L3 references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7498080" y="3986784"/>
            <a:ext cx="2432304" cy="786384"/>
          </a:xfrm>
          <a:prstGeom prst="rect">
            <a:avLst/>
          </a:prstGeom>
          <a:solidFill>
            <a:srgbClr val="FFFBEB"/>
          </a:solidFill>
          <a:ln w="1778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7498080" y="3986784"/>
            <a:ext cx="2432304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571232" y="398678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Registry</a:t>
            </a:r>
            <a:endParaRPr lang="en-US" sz="1000" dirty="0"/>
          </a:p>
        </p:txBody>
      </p:sp>
      <p:sp>
        <p:nvSpPr>
          <p:cNvPr id="145" name="Text 143"/>
          <p:cNvSpPr/>
          <p:nvPr/>
        </p:nvSpPr>
        <p:spPr>
          <a:xfrm>
            <a:off x="7571232" y="431596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Tool  ·  API Tool  ·  File Tool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 ·  Exec  ·  Report Tool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10021824" y="1481328"/>
            <a:ext cx="164592" cy="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arrow"/>
          </a:ln>
        </p:spPr>
      </p:sp>
      <p:sp>
        <p:nvSpPr>
          <p:cNvPr id="147" name="Text 145"/>
          <p:cNvSpPr/>
          <p:nvPr/>
        </p:nvSpPr>
        <p:spPr>
          <a:xfrm>
            <a:off x="10021824" y="12984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10021824" y="2450592"/>
            <a:ext cx="164592" cy="0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arrow"/>
          </a:ln>
        </p:spPr>
      </p:sp>
      <p:sp>
        <p:nvSpPr>
          <p:cNvPr id="149" name="Text 147"/>
          <p:cNvSpPr/>
          <p:nvPr/>
        </p:nvSpPr>
        <p:spPr>
          <a:xfrm>
            <a:off x="10021824" y="22677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8686800" y="4791456"/>
            <a:ext cx="0" cy="310896"/>
          </a:xfrm>
          <a:prstGeom prst="line">
            <a:avLst/>
          </a:prstGeom>
          <a:noFill/>
          <a:ln w="17780">
            <a:solidFill>
              <a:srgbClr val="B91C1C"/>
            </a:solidFill>
            <a:prstDash val="sysDash"/>
            <a:tailEnd type="arrow"/>
          </a:ln>
        </p:spPr>
      </p:sp>
      <p:sp>
        <p:nvSpPr>
          <p:cNvPr id="151" name="Shape 149"/>
          <p:cNvSpPr/>
          <p:nvPr/>
        </p:nvSpPr>
        <p:spPr>
          <a:xfrm>
            <a:off x="10277856" y="950976"/>
            <a:ext cx="1737360" cy="402336"/>
          </a:xfrm>
          <a:prstGeom prst="rect">
            <a:avLst/>
          </a:prstGeom>
          <a:solidFill>
            <a:srgbClr val="0F766E"/>
          </a:solidFill>
          <a:ln w="1778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2" name="Text 150"/>
          <p:cNvSpPr/>
          <p:nvPr/>
        </p:nvSpPr>
        <p:spPr>
          <a:xfrm>
            <a:off x="10277856" y="950976"/>
            <a:ext cx="173736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SKAN.AI Videos</a:t>
            </a:r>
            <a:endParaRPr lang="en-US" sz="950" dirty="0"/>
          </a:p>
        </p:txBody>
      </p:sp>
      <p:sp>
        <p:nvSpPr>
          <p:cNvPr id="153" name="Shape 151"/>
          <p:cNvSpPr/>
          <p:nvPr/>
        </p:nvSpPr>
        <p:spPr>
          <a:xfrm>
            <a:off x="11100816" y="1353312"/>
            <a:ext cx="0" cy="256032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arrow"/>
          </a:ln>
        </p:spPr>
      </p:sp>
      <p:sp>
        <p:nvSpPr>
          <p:cNvPr id="154" name="Shape 152"/>
          <p:cNvSpPr/>
          <p:nvPr/>
        </p:nvSpPr>
        <p:spPr>
          <a:xfrm>
            <a:off x="10277856" y="1609344"/>
            <a:ext cx="1737360" cy="585216"/>
          </a:xfrm>
          <a:prstGeom prst="rect">
            <a:avLst/>
          </a:prstGeom>
          <a:solidFill>
            <a:srgbClr val="F0FDFA"/>
          </a:solidFill>
          <a:ln w="1778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5" name="Shape 153"/>
          <p:cNvSpPr/>
          <p:nvPr/>
        </p:nvSpPr>
        <p:spPr>
          <a:xfrm>
            <a:off x="10277856" y="1609344"/>
            <a:ext cx="173736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0351008" y="160934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Generator</a:t>
            </a:r>
            <a:endParaRPr lang="en-US" sz="950" dirty="0"/>
          </a:p>
        </p:txBody>
      </p:sp>
      <p:sp>
        <p:nvSpPr>
          <p:cNvPr id="157" name="Text 155"/>
          <p:cNvSpPr/>
          <p:nvPr/>
        </p:nvSpPr>
        <p:spPr>
          <a:xfrm>
            <a:off x="10314432" y="193852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 new skills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observed patterns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11100816" y="2212848"/>
            <a:ext cx="0" cy="219456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  <a:tailEnd type="arrow"/>
          </a:ln>
        </p:spPr>
      </p:sp>
      <p:sp>
        <p:nvSpPr>
          <p:cNvPr id="159" name="Shape 157"/>
          <p:cNvSpPr/>
          <p:nvPr/>
        </p:nvSpPr>
        <p:spPr>
          <a:xfrm>
            <a:off x="10277856" y="2450592"/>
            <a:ext cx="1737360" cy="585216"/>
          </a:xfrm>
          <a:prstGeom prst="rect">
            <a:avLst/>
          </a:prstGeom>
          <a:solidFill>
            <a:srgbClr val="F8FAFC"/>
          </a:solidFill>
          <a:ln w="17780">
            <a:solidFill>
              <a:srgbClr val="1580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0" name="Shape 158"/>
          <p:cNvSpPr/>
          <p:nvPr/>
        </p:nvSpPr>
        <p:spPr>
          <a:xfrm>
            <a:off x="10277856" y="2450592"/>
            <a:ext cx="1737360" cy="310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0351008" y="245059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Skill Library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10314432" y="2779776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· Governed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registry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11100816" y="3054096"/>
            <a:ext cx="0" cy="201168"/>
          </a:xfrm>
          <a:prstGeom prst="line">
            <a:avLst/>
          </a:prstGeom>
          <a:noFill/>
          <a:ln w="20320">
            <a:solidFill>
              <a:srgbClr val="15803D"/>
            </a:solidFill>
            <a:prstDash val="solid"/>
            <a:tailEnd type="arrow"/>
          </a:ln>
        </p:spPr>
      </p:sp>
      <p:sp>
        <p:nvSpPr>
          <p:cNvPr id="164" name="Text 162"/>
          <p:cNvSpPr/>
          <p:nvPr/>
        </p:nvSpPr>
        <p:spPr>
          <a:xfrm>
            <a:off x="10314432" y="307238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↓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10277856" y="3273552"/>
            <a:ext cx="1737360" cy="932688"/>
          </a:xfrm>
          <a:prstGeom prst="rect">
            <a:avLst/>
          </a:prstGeom>
          <a:solidFill>
            <a:srgbClr val="FFFBEB"/>
          </a:solidFill>
          <a:ln w="17780">
            <a:solidFill>
              <a:srgbClr val="B4530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6" name="Shape 164"/>
          <p:cNvSpPr/>
          <p:nvPr/>
        </p:nvSpPr>
        <p:spPr>
          <a:xfrm>
            <a:off x="10277856" y="3273552"/>
            <a:ext cx="173736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0351008" y="327355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Analytics</a:t>
            </a:r>
            <a:endParaRPr lang="en-US" sz="900" dirty="0"/>
          </a:p>
        </p:txBody>
      </p:sp>
      <p:sp>
        <p:nvSpPr>
          <p:cNvPr id="168" name="Text 166"/>
          <p:cNvSpPr/>
          <p:nvPr/>
        </p:nvSpPr>
        <p:spPr>
          <a:xfrm>
            <a:off x="10314432" y="360273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performance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telemetry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tracking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164592" y="5138928"/>
            <a:ext cx="11832336" cy="822960"/>
          </a:xfrm>
          <a:prstGeom prst="rect">
            <a:avLst/>
          </a:prstGeom>
          <a:solidFill>
            <a:srgbClr val="1A0A00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64592" y="5138928"/>
            <a:ext cx="1463040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82880" y="513892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1100" dirty="0"/>
          </a:p>
        </p:txBody>
      </p:sp>
      <p:sp>
        <p:nvSpPr>
          <p:cNvPr id="172" name="Shape 170"/>
          <p:cNvSpPr/>
          <p:nvPr/>
        </p:nvSpPr>
        <p:spPr>
          <a:xfrm>
            <a:off x="1755648" y="5212080"/>
            <a:ext cx="1920240" cy="676656"/>
          </a:xfrm>
          <a:prstGeom prst="rect">
            <a:avLst/>
          </a:prstGeom>
          <a:solidFill>
            <a:srgbClr val="2A0D00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828800" y="52303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Task Execution Log</a:t>
            </a:r>
            <a:endParaRPr lang="en-US" sz="850" dirty="0"/>
          </a:p>
        </p:txBody>
      </p:sp>
      <p:sp>
        <p:nvSpPr>
          <p:cNvPr id="174" name="Text 172"/>
          <p:cNvSpPr/>
          <p:nvPr/>
        </p:nvSpPr>
        <p:spPr>
          <a:xfrm>
            <a:off x="1828800" y="54864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task: who, what, when, result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3785616" y="5212080"/>
            <a:ext cx="1920240" cy="676656"/>
          </a:xfrm>
          <a:prstGeom prst="rect">
            <a:avLst/>
          </a:prstGeom>
          <a:solidFill>
            <a:srgbClr val="2A0D00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858768" y="52303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Persona Access Log</a:t>
            </a:r>
            <a:endParaRPr lang="en-US" sz="850" dirty="0"/>
          </a:p>
        </p:txBody>
      </p:sp>
      <p:sp>
        <p:nvSpPr>
          <p:cNvPr id="177" name="Text 175"/>
          <p:cNvSpPr/>
          <p:nvPr/>
        </p:nvSpPr>
        <p:spPr>
          <a:xfrm>
            <a:off x="3858768" y="54864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lookups · permission checks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5815584" y="5212080"/>
            <a:ext cx="1920240" cy="676656"/>
          </a:xfrm>
          <a:prstGeom prst="rect">
            <a:avLst/>
          </a:prstGeom>
          <a:solidFill>
            <a:srgbClr val="2A0D00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888736" y="52303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Events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5888736" y="54864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token · session events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7845552" y="5212080"/>
            <a:ext cx="1920240" cy="676656"/>
          </a:xfrm>
          <a:prstGeom prst="rect">
            <a:avLst/>
          </a:prstGeom>
          <a:solidFill>
            <a:srgbClr val="2A0D00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7918704" y="52303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Approval Records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7918704" y="54864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decisions · approver · timestamp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9875520" y="5212080"/>
            <a:ext cx="1920240" cy="676656"/>
          </a:xfrm>
          <a:prstGeom prst="rect">
            <a:avLst/>
          </a:prstGeom>
          <a:solidFill>
            <a:srgbClr val="2A0D00"/>
          </a:solidFill>
          <a:ln w="10160">
            <a:solidFill>
              <a:srgbClr val="7F1D1D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9948672" y="523036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Anomaly Alerts</a:t>
            </a:r>
            <a:endParaRPr lang="en-US" sz="850" dirty="0"/>
          </a:p>
        </p:txBody>
      </p:sp>
      <p:sp>
        <p:nvSpPr>
          <p:cNvPr id="186" name="Text 184"/>
          <p:cNvSpPr/>
          <p:nvPr/>
        </p:nvSpPr>
        <p:spPr>
          <a:xfrm>
            <a:off x="9948672" y="548640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breaches · denied access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164592" y="6016752"/>
            <a:ext cx="11832336" cy="749808"/>
          </a:xfrm>
          <a:prstGeom prst="rect">
            <a:avLst/>
          </a:prstGeom>
          <a:solidFill>
            <a:srgbClr val="0F1C3F"/>
          </a:solidFill>
          <a:ln w="12700">
            <a:solidFill>
              <a:srgbClr val="0F1C3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65760" y="6163056"/>
            <a:ext cx="274320" cy="91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694944" y="6126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800" dirty="0"/>
          </a:p>
        </p:txBody>
      </p:sp>
      <p:sp>
        <p:nvSpPr>
          <p:cNvPr id="190" name="Text 188"/>
          <p:cNvSpPr/>
          <p:nvPr/>
        </p:nvSpPr>
        <p:spPr>
          <a:xfrm>
            <a:off x="8686800" y="6126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· Anthropic · Google ADK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2029968" y="6163056"/>
            <a:ext cx="2743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2359152" y="6126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skill</a:t>
            </a:r>
            <a:endParaRPr lang="en-US" sz="800" dirty="0"/>
          </a:p>
        </p:txBody>
      </p:sp>
      <p:sp>
        <p:nvSpPr>
          <p:cNvPr id="193" name="Text 191"/>
          <p:cNvSpPr/>
          <p:nvPr/>
        </p:nvSpPr>
        <p:spPr>
          <a:xfrm>
            <a:off x="8686800" y="6126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· Anthropic · Google ADK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3694176" y="6163056"/>
            <a:ext cx="274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4023360" y="6126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access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3767328" y="6208776"/>
            <a:ext cx="128016" cy="0"/>
          </a:xfrm>
          <a:prstGeom prst="rect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197" name="Text 195"/>
          <p:cNvSpPr/>
          <p:nvPr/>
        </p:nvSpPr>
        <p:spPr>
          <a:xfrm>
            <a:off x="8686800" y="6126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· Anthropic · Google ADK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5358384" y="6163056"/>
            <a:ext cx="27432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687568" y="6126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/ enforce</a:t>
            </a:r>
            <a:endParaRPr lang="en-US" sz="800" dirty="0"/>
          </a:p>
        </p:txBody>
      </p:sp>
      <p:sp>
        <p:nvSpPr>
          <p:cNvPr id="200" name="Text 198"/>
          <p:cNvSpPr/>
          <p:nvPr/>
        </p:nvSpPr>
        <p:spPr>
          <a:xfrm>
            <a:off x="8686800" y="6126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· Anthropic · Google ADK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7022592" y="6163056"/>
            <a:ext cx="274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7351776" y="6126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7095744" y="6208776"/>
            <a:ext cx="128016" cy="0"/>
          </a:xfrm>
          <a:prstGeom prst="rect">
            <a:avLst/>
          </a:prstGeom>
          <a:noFill/>
          <a:ln w="12700">
            <a:solidFill>
              <a:srgbClr val="EF4444"/>
            </a:solidFill>
            <a:prstDash val="sysDash"/>
          </a:ln>
        </p:spPr>
      </p:sp>
      <p:sp>
        <p:nvSpPr>
          <p:cNvPr id="204" name="Text 202"/>
          <p:cNvSpPr/>
          <p:nvPr/>
        </p:nvSpPr>
        <p:spPr>
          <a:xfrm>
            <a:off x="8686800" y="6126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· Anthropic · Google ADK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8686800" y="6163056"/>
            <a:ext cx="27432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9015984" y="6126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8686800" y="6126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· Anthropic · Google ADK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10351008" y="6163056"/>
            <a:ext cx="27432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10680192" y="612648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shared atomic skill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8686800" y="61264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iWolf · Anthropic · Google ADK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2026-05-12T14:15:18Z</dcterms:created>
  <dcterms:modified xsi:type="dcterms:W3CDTF">2026-05-12T14:15:18Z</dcterms:modified>
</cp:coreProperties>
</file>