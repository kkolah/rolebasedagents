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347"/>
          </a:solidFill>
          <a:ln w="12700">
            <a:solidFill>
              <a:srgbClr val="162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2743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104241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142646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10972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AGENTIC SYSTEM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4864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2377440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5146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skill composition with multi-persona governance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atomic skill / tool reuse across use cases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1828800" cy="347472"/>
          </a:xfrm>
          <a:prstGeom prst="rect">
            <a:avLst/>
          </a:prstGeom>
          <a:solidFill>
            <a:srgbClr val="16234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 · iWolf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14600" y="4114800"/>
            <a:ext cx="1828800" cy="347472"/>
          </a:xfrm>
          <a:prstGeom prst="rect">
            <a:avLst/>
          </a:prstGeom>
          <a:solidFill>
            <a:srgbClr val="16234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Agent Format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4114800"/>
            <a:ext cx="1828800" cy="347472"/>
          </a:xfrm>
          <a:prstGeom prst="rect">
            <a:avLst/>
          </a:prstGeom>
          <a:solidFill>
            <a:srgbClr val="16234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EXECUTIVE BRIEFING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Skills duplicated across teams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rebuilds the same SQL, validation, and reporting logic. No reuse.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43000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governance on AI 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run any skill with no access control, audit trail, or limits.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Tools tightly coupled to use cases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connections, APIs, file ops are hardcoded per use case — brittle and costly.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926080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 to scale new use 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use case requires rebuilding from scratch instead of composing from registry.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 layered architecture that separates personas, use cases, and atomic skills into reusable, governed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347"/>
          </a:solidFill>
          <a:ln w="12700">
            <a:solidFill>
              <a:srgbClr val="162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 ·  4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914400"/>
            <a:ext cx="7863840" cy="822960"/>
          </a:xfrm>
          <a:prstGeom prst="rect">
            <a:avLst/>
          </a:prstGeom>
          <a:solidFill>
            <a:srgbClr val="1E3A5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91440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Access Control · Governance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98755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WHO can run WHAT. Each persona (e.g. Queue Analyst, Auditor) has an agent.yaml listing allowed use cases, max executions, and approval rules. No execution happens 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691640"/>
            <a:ext cx="274320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574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1920240"/>
            <a:ext cx="7863840" cy="822960"/>
          </a:xfrm>
          <a:prstGeom prst="rect">
            <a:avLst/>
          </a:prstGeom>
          <a:solidFill>
            <a:srgbClr val="1E3A5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1920240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 · Task Execution Loop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99339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persona's permissions, validates the request, then loops through the use case task list — resolving and executing each task step by step.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74320" cy="109728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6324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2926080"/>
            <a:ext cx="7863840" cy="822960"/>
          </a:xfrm>
          <a:prstGeom prst="rect">
            <a:avLst/>
          </a:prstGeom>
          <a:solidFill>
            <a:srgbClr val="1E3A5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2926080"/>
            <a:ext cx="64008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/ PROJECT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Planner · Task Decomposition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29992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(EDR, RRO) is a YAML file with an ordered list of tasks. Every task explicitly names which atomic skill and tool it needs.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703320"/>
            <a:ext cx="274320" cy="109728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690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0120" y="3931920"/>
            <a:ext cx="7863840" cy="822960"/>
          </a:xfrm>
          <a:prstGeom prst="rect">
            <a:avLst/>
          </a:prstGeom>
          <a:solidFill>
            <a:srgbClr val="1E3A5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393192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5568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Skills · Tools · Shared Across All Use Cases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400507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stored, versioned skills (L1/L2/L3) and tools (DB, API, File…). Many use cases share the same skills — defined once, reused everywhere.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PERSONA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Access Control · No Execution Happens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Persona layer only answers: Is this user allowed to run this use case? — it does not execute anything.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402336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Queue Analyst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6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persona: queue_analyst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allowed_use_cases: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962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uc_edr  # EDR analysis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163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uc_rro  # RRO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364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max_executions: 100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approval_required: false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4041648"/>
            <a:ext cx="37490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62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needed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64208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64208"/>
            <a:ext cx="402336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64608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6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agent.yaml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persona: auditor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2761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allowed_use_cases: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64608" y="2962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uc_edr  # read-only audit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163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max_executions: 50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3364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approval_required: true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4608" y="4041648"/>
            <a:ext cx="37490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 (approval)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✗ denied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562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enforced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USE CASE / PROJECT SKILLS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is a YAML planner. Tasks reference atomic skills + tools from the registry.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Shared Atomic Skills — defined ONCE in the registry, reused by BOTH EDR and RRO:     data-feature  ·  data-validator  ·  worded-generation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148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41148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 —  Event Driven 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7512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1993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47288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" y="2249424"/>
            <a:ext cx="396849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" y="2304288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Question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29968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edr-q1-skill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65576" y="2340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3192" y="2633472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670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Question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29968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edr-q2-skill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65576" y="2670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api-tool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3192" y="2962656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999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Features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29968" y="2999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65576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" y="3291840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3284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29968" y="3328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65576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api-tool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3192" y="3621024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Question 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29968" y="3657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edr-q3-skill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65576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3192" y="3950208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" y="39867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029968" y="3986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65576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file-tool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3192" y="4279392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T10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29968" y="4315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edr-q4..q8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65576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api-tool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1508760"/>
            <a:ext cx="41148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150876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 —  Risk Review Output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28032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02352" y="1993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46520" y="1993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82128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28032" y="2249424"/>
            <a:ext cx="396849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28032" y="2304288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20640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Question 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64808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rro-q1-skill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00416" y="2340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28032" y="2633472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670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Question 2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64808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rro-q2-skill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900416" y="2670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api-tool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28032" y="2962656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20640" y="2999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Features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464808" y="2999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900416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28032" y="3291840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33284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464808" y="3328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900416" y="3328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api-tool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28032" y="3621024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120640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Question 3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464808" y="3657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rro-q3-skill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900416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db-tool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828032" y="3950208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4632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120640" y="39867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464808" y="3986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900416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file-tool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828032" y="4279392"/>
            <a:ext cx="3968496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120640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T10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464808" y="4315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rro-q4..q8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900416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api-tool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347"/>
          </a:solidFill>
          <a:ln w="12700">
            <a:solidFill>
              <a:srgbClr val="162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·  REGISTRIES  —  Define Once, Reuse Everywhere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ATOMIC SKILL REGISTRY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508760"/>
            <a:ext cx="914400" cy="292608"/>
          </a:xfrm>
          <a:prstGeom prst="rect">
            <a:avLst/>
          </a:prstGeom>
          <a:solidFill>
            <a:srgbClr val="0F1C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08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SKILL.MD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44752" y="1527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skills  ·  IO spec  ·  Intent tags  ·  Metadata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at agent init. Tells the orchestrator what skills exist.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587752"/>
            <a:ext cx="914400" cy="292608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87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Full Skill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44752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edr-q1..q10  ·  rro-q1..q10  ·  data-feature ★  ·  data-validator ★  ·  worded-gen 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when intent matches. Contains full execution logic.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3666744"/>
            <a:ext cx="914400" cy="292608"/>
          </a:xfrm>
          <a:prstGeom prst="rect">
            <a:avLst/>
          </a:prstGeom>
          <a:solidFill>
            <a:srgbClr val="0F1C3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667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References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44752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specs  ·  Templates  ·  Test sets  ·  Scripts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demand. Provides deep reference material.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REGISTRY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08760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563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DB Tool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schema reads, CRUD operations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1854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T1,T3,T5 · RRO T1,T3,T5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12280" y="1508760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563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API Tool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SOR external service calls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21854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T2,T4 · RRO T2,T4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2587752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Tool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935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worded generation output to file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T6 · RRO T6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12280" y="2587752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Tool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2935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semantic retrieval for context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0372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enrichment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3666744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Exec Tool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0142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runner, sandboxed validation scripts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4343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12280" y="3666744"/>
            <a:ext cx="192024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 Tool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40142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render final output reports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03720" y="4343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End-of-pipeline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 ·  Queue Analyst Runs EDR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" y="100584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00584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task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Analyst submits: Run EDR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21808" y="100584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21808" y="100584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reads agent.yaml: EDR ✓ allowed, no approval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968" y="201168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201168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 case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loads uc_edr YAML planner — finds 10 tasks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12140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21808" y="201168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201168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loop begins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task: resolve skill ref + tool ref from registries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127248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6968" y="301752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" y="3017520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task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Compose: task + skill (L1/L2/L3) + tool → send to Agent LLM Worker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127248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321808" y="3017520"/>
            <a:ext cx="3749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3017520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task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 → move to next task until all 10 complete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413308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767328" y="4023360"/>
            <a:ext cx="27432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67328" y="402336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93192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worded report generated via worded-gen skill + file-tool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347"/>
          </a:solidFill>
          <a:ln w="12700">
            <a:solidFill>
              <a:srgbClr val="162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atomic skills (data-feature, data-validator, worded-gen) defined once. Used by every use case — EDR, RRO, and future ones.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69748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58768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persona has explicit access rules. Auditors need approval. Queue Analysts don't. Every task is audited.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96012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96012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11696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 cases compose from the existing skill + tool registry. No rebuilding from scratch — just define the task planner YAML.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0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= WHO. Orchestrator = HOW. Use Case = WHAT. Registry = building blocks. Each layer is independently maintainable.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92608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2608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90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Independence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API, File tools are centrally managed. Swap or upgrade a tool once — all use cases benefit automatically.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25896" y="2926080"/>
            <a:ext cx="2697480" cy="1783080"/>
          </a:xfrm>
          <a:prstGeom prst="rect">
            <a:avLst/>
          </a:prstGeom>
          <a:solidFill>
            <a:srgbClr val="1E3A5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25896" y="2926080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3090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11696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63056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personas, use cases, or atomic skills without touching existing ones. Architecture grows without breaking.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6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IN ONE SENTENCE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</a:t>
            </a:r>
            <a:pPr indent="0" marL="0">
              <a:buNone/>
            </a:pPr>
            <a:r>
              <a:rPr lang="en-US" sz="17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access.  </a:t>
            </a:r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</a:t>
            </a:r>
            <a:pPr indent="0" marL="0">
              <a:buNone/>
            </a:pPr>
            <a:r>
              <a:rPr lang="en-US" sz="17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rules and runs the task loop.  </a:t>
            </a:r>
            <a:pPr indent="0" marL="0">
              <a:buNone/>
            </a:pPr>
            <a:r>
              <a:rPr lang="en-US" sz="17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</a:t>
            </a:r>
            <a:pPr indent="0" marL="0">
              <a:buNone/>
            </a:pPr>
            <a:r>
              <a:rPr lang="en-US" sz="17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work.  </a:t>
            </a:r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</a:t>
            </a:r>
            <a:pPr indent="0" marL="0">
              <a:buNone/>
            </a:pPr>
            <a:r>
              <a:rPr lang="en-US" sz="17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atomic building blocks — skills and tools — shared by everyone.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7680960" cy="36576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88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Analyst  ·  Auditor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 Cases: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1729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(Event Driven Review)  ·  RRO (Risk Review Output)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570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Shared Skills: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55701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  ·  data-validator  ·  worded-generation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410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94106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  ·  API Tool  ·  File Tool  ·  + more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3251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 iWolf  ·  Anthropic Agent Format  ·  Google ADK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Role-Based Agentic System</dc:title>
  <dc:subject>PptxGenJS Presentation</dc:subject>
  <dc:creator>PptxGenJS</dc:creator>
  <cp:lastModifiedBy>PptxGenJS</cp:lastModifiedBy>
  <cp:revision>1</cp:revision>
  <dcterms:created xsi:type="dcterms:W3CDTF">2026-05-12T14:03:52Z</dcterms:created>
  <dcterms:modified xsi:type="dcterms:W3CDTF">2026-05-12T14:03:52Z</dcterms:modified>
</cp:coreProperties>
</file>