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legacy applications into AI-ready production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AI models (LLMs) struggle to turn legacy code into complete, production-ready applications.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often fragmented and unreliable.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393192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ProgramBench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(programbench.com) highlight a critical gap: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LLMs are not yet capable of reliably reconstructing complex, production-ready applications from legacy codebases.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solidFill>
            <a:srgbClr val="243557"/>
          </a:solidFill>
          <a:ln w="12700">
            <a:solidFill>
              <a:srgbClr val="3348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transforms legacy applications into clear, structured specs, playbooks, runbooks and step-by-step rebuild plans that AI can understand and execute accurately.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2651760" cy="2103120"/>
          </a:xfrm>
          <a:prstGeom prst="rect">
            <a:avLst/>
          </a:prstGeom>
          <a:solidFill>
            <a:srgbClr val="1E35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9748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legacy code base, databases &amp; any existing APIs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697480"/>
            <a:ext cx="2651760" cy="2103120"/>
          </a:xfrm>
          <a:prstGeom prst="rect">
            <a:avLst/>
          </a:prstGeom>
          <a:solidFill>
            <a:srgbClr val="1E35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69748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complete spec for modernization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697480"/>
            <a:ext cx="2651760" cy="2103120"/>
          </a:xfrm>
          <a:prstGeom prst="rect">
            <a:avLst/>
          </a:prstGeom>
          <a:solidFill>
            <a:srgbClr val="1E35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69748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handed to DevinAI to develop applications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24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Outputs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outputs from AI — no more fragmented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10972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1247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Modernization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predictable legacy system modernization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0972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SME Dependency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reliance on legacy system experts and subject matter experts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0972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44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Approach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scalable transformation approach for any codebase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Code Modernization</dc:title>
  <dc:subject>PptxGenJS Presentation</dc:subject>
  <dc:creator>PptxGenJS</dc:creator>
  <cp:lastModifiedBy>PptxGenJS</cp:lastModifiedBy>
  <cp:revision>1</cp:revision>
  <dcterms:created xsi:type="dcterms:W3CDTF">2026-05-07T22:39:35Z</dcterms:created>
  <dcterms:modified xsi:type="dcterms:W3CDTF">2026-05-07T22:39:35Z</dcterms:modified>
</cp:coreProperties>
</file>