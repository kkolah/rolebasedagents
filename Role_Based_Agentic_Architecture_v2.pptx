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Agentic System  ·  Architecture Diagram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606040" cy="5897880"/>
          </a:xfrm>
          <a:prstGeom prst="rect">
            <a:avLst/>
          </a:prstGeom>
          <a:solidFill>
            <a:srgbClr val="F5F3FF"/>
          </a:solidFill>
          <a:ln w="15875">
            <a:solidFill>
              <a:srgbClr val="7C3AE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38328" y="7589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GOVERNANCE 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063240" y="685800"/>
            <a:ext cx="5852160" cy="5897880"/>
          </a:xfrm>
          <a:prstGeom prst="rect">
            <a:avLst/>
          </a:prstGeom>
          <a:solidFill>
            <a:srgbClr val="EFF6FF"/>
          </a:solidFill>
          <a:ln w="15875">
            <a:solidFill>
              <a:srgbClr val="1E40A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172968" y="758952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TO AGENT  ·  O2A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098280" y="685800"/>
            <a:ext cx="2862072" cy="5897880"/>
          </a:xfrm>
          <a:prstGeom prst="rect">
            <a:avLst/>
          </a:prstGeom>
          <a:solidFill>
            <a:srgbClr val="ECFEFF"/>
          </a:solidFill>
          <a:ln w="15875">
            <a:solidFill>
              <a:srgbClr val="0E749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208008" y="758952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TO INSIGHTS  ·  O2I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6858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210312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852928" y="2103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H="1">
            <a:off x="2651760" y="2743200"/>
            <a:ext cx="6858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52928" y="278892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852928" y="27889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51760" y="4937760"/>
            <a:ext cx="6858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52928" y="470916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852928" y="4709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4920" y="1508760"/>
            <a:ext cx="0" cy="2743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</a:ln>
        </p:spPr>
      </p:sp>
      <p:sp>
        <p:nvSpPr>
          <p:cNvPr id="20" name="Shape 18"/>
          <p:cNvSpPr/>
          <p:nvPr/>
        </p:nvSpPr>
        <p:spPr>
          <a:xfrm flipH="1">
            <a:off x="4572000" y="178308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</a:ln>
        </p:spPr>
      </p:sp>
      <p:sp>
        <p:nvSpPr>
          <p:cNvPr id="21" name="Shape 19"/>
          <p:cNvSpPr/>
          <p:nvPr/>
        </p:nvSpPr>
        <p:spPr>
          <a:xfrm>
            <a:off x="4572000" y="178308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51960" y="1600200"/>
            <a:ext cx="13716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 + role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1508760"/>
            <a:ext cx="0" cy="27432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headEnd type="none"/>
          </a:ln>
        </p:spPr>
      </p:sp>
      <p:sp>
        <p:nvSpPr>
          <p:cNvPr id="25" name="Shape 23"/>
          <p:cNvSpPr/>
          <p:nvPr/>
        </p:nvSpPr>
        <p:spPr>
          <a:xfrm>
            <a:off x="6903720" y="1783080"/>
            <a:ext cx="50292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headEnd type="none"/>
          </a:ln>
        </p:spPr>
      </p:sp>
      <p:sp>
        <p:nvSpPr>
          <p:cNvPr id="26" name="Shape 24"/>
          <p:cNvSpPr/>
          <p:nvPr/>
        </p:nvSpPr>
        <p:spPr>
          <a:xfrm>
            <a:off x="7406640" y="1783080"/>
            <a:ext cx="0" cy="32004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66560" y="1600200"/>
            <a:ext cx="128016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API / SOR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971800"/>
            <a:ext cx="0" cy="10515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794760" y="3246120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3246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init: role + L1 tools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72100" y="5577840"/>
            <a:ext cx="0" cy="18288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41080" y="2331720"/>
            <a:ext cx="100584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34" name="Shape 32"/>
          <p:cNvSpPr/>
          <p:nvPr/>
        </p:nvSpPr>
        <p:spPr>
          <a:xfrm>
            <a:off x="9646920" y="2331720"/>
            <a:ext cx="0" cy="77724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32520" y="2103120"/>
            <a:ext cx="502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732520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flipV="1">
            <a:off x="11411712" y="2743200"/>
            <a:ext cx="0" cy="36576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38" name="Shape 36"/>
          <p:cNvSpPr/>
          <p:nvPr/>
        </p:nvSpPr>
        <p:spPr>
          <a:xfrm flipH="1">
            <a:off x="8641080" y="2743200"/>
            <a:ext cx="277063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32520" y="2788920"/>
            <a:ext cx="502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732520" y="2788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60920" y="4297680"/>
            <a:ext cx="57607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42" name="Shape 40"/>
          <p:cNvSpPr/>
          <p:nvPr/>
        </p:nvSpPr>
        <p:spPr>
          <a:xfrm flipV="1">
            <a:off x="7936992" y="3657600"/>
            <a:ext cx="0" cy="64008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43" name="Shape 41"/>
          <p:cNvSpPr/>
          <p:nvPr/>
        </p:nvSpPr>
        <p:spPr>
          <a:xfrm>
            <a:off x="7936992" y="3657600"/>
            <a:ext cx="134416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434072" y="4343400"/>
            <a:ext cx="10058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434072" y="4343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metadata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60920" y="4800600"/>
            <a:ext cx="105613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47" name="Shape 45"/>
          <p:cNvSpPr/>
          <p:nvPr/>
        </p:nvSpPr>
        <p:spPr>
          <a:xfrm flipV="1">
            <a:off x="8417052" y="4206240"/>
            <a:ext cx="0" cy="59436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48" name="Shape 46"/>
          <p:cNvSpPr/>
          <p:nvPr/>
        </p:nvSpPr>
        <p:spPr>
          <a:xfrm>
            <a:off x="8417052" y="4206240"/>
            <a:ext cx="86410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914132" y="4846320"/>
            <a:ext cx="10058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914132" y="4846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SKILL.MD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60920" y="5303520"/>
            <a:ext cx="153619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52" name="Shape 50"/>
          <p:cNvSpPr/>
          <p:nvPr/>
        </p:nvSpPr>
        <p:spPr>
          <a:xfrm flipV="1">
            <a:off x="8897112" y="4754880"/>
            <a:ext cx="0" cy="54864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</a:ln>
        </p:spPr>
      </p:sp>
      <p:sp>
        <p:nvSpPr>
          <p:cNvPr id="53" name="Shape 51"/>
          <p:cNvSpPr/>
          <p:nvPr/>
        </p:nvSpPr>
        <p:spPr>
          <a:xfrm>
            <a:off x="8897112" y="4754880"/>
            <a:ext cx="38404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394192" y="5349240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8394192" y="5349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references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529316" y="1508760"/>
            <a:ext cx="0" cy="3657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0529316" y="2423160"/>
            <a:ext cx="0" cy="68580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601200" y="2560320"/>
            <a:ext cx="7315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9601200" y="2560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11480" y="1097280"/>
            <a:ext cx="2240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48640" y="1325880"/>
            <a:ext cx="64008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1440180"/>
            <a:ext cx="64008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3" name="Shape 61"/>
          <p:cNvSpPr/>
          <p:nvPr/>
        </p:nvSpPr>
        <p:spPr>
          <a:xfrm>
            <a:off x="548640" y="1440180"/>
            <a:ext cx="0" cy="86868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88720" y="1440180"/>
            <a:ext cx="0" cy="86868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2194560"/>
            <a:ext cx="640080" cy="228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13258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280160" y="128016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</a:t>
            </a:r>
            <a:endParaRPr lang="en-US" sz="12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</a:t>
            </a:r>
            <a:endParaRPr lang="en-US" sz="12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skills</a:t>
            </a:r>
            <a:endParaRPr lang="en-US" sz="12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11480" y="4023360"/>
            <a:ext cx="2240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1480" y="4023360"/>
            <a:ext cx="22402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4023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94360" y="45262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Executions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17720" y="96012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754880" y="1078992"/>
            <a:ext cx="310896" cy="31089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120640" y="960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Task Input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337560" y="21031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0D9488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337560" y="2103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 · Routing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6172200" y="21031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 w="15875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172200" y="2103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Agent Generator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synthesis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337560" y="402336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337560" y="4023360"/>
            <a:ext cx="40233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2" name="Text 80"/>
          <p:cNvSpPr/>
          <p:nvPr/>
        </p:nvSpPr>
        <p:spPr>
          <a:xfrm>
            <a:off x="347472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Worker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3611880" y="448056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3611880" y="4480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= YAML</a:t>
            </a:r>
            <a:endParaRPr lang="en-US" sz="12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attached (L1 initially)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983480" y="5760720"/>
            <a:ext cx="777240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83480" y="5843016"/>
            <a:ext cx="77724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7" name="Shape 85"/>
          <p:cNvSpPr/>
          <p:nvPr/>
        </p:nvSpPr>
        <p:spPr>
          <a:xfrm>
            <a:off x="4983480" y="5843016"/>
            <a:ext cx="0" cy="292608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0" y="5843016"/>
            <a:ext cx="0" cy="292608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983480" y="6053328"/>
            <a:ext cx="777240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83480" y="5760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9326880" y="960120"/>
            <a:ext cx="2404872" cy="548640"/>
          </a:xfrm>
          <a:prstGeom prst="roundRect">
            <a:avLst>
              <a:gd name="adj" fmla="val 8333"/>
            </a:avLst>
          </a:prstGeom>
          <a:solidFill>
            <a:srgbClr val="1E40AF"/>
          </a:solidFill>
          <a:ln w="15875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9326880" y="9601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SKAN.AI Videos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9326880" y="1874520"/>
            <a:ext cx="2404872" cy="548640"/>
          </a:xfrm>
          <a:prstGeom prst="roundRect">
            <a:avLst>
              <a:gd name="adj" fmla="val 8333"/>
            </a:avLst>
          </a:prstGeom>
          <a:solidFill>
            <a:srgbClr val="0E7490"/>
          </a:solidFill>
          <a:ln w="15875">
            <a:solidFill>
              <a:srgbClr val="164E6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9326880" y="18745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Generator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9281160" y="3108960"/>
            <a:ext cx="2496312" cy="32004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9281160" y="3108960"/>
            <a:ext cx="2496312" cy="3657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7" name="Text 95"/>
          <p:cNvSpPr/>
          <p:nvPr/>
        </p:nvSpPr>
        <p:spPr>
          <a:xfrm>
            <a:off x="9372600" y="310896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9418320" y="3566160"/>
            <a:ext cx="22219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SKILL.MD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skills, IO)</a:t>
            </a:r>
            <a:endParaRPr lang="en-US" sz="1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Full SKILL.MD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(loaded if intent matches)</a:t>
            </a:r>
            <a:endParaRPr lang="en-US" sz="1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References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 · Templates · Scripts</a:t>
            </a:r>
            <a:endParaRPr lang="en-US" sz="1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testing, validation,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tools…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228600" y="6675120"/>
            <a:ext cx="1188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  </a:t>
            </a:r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   </a:t>
            </a:r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 ▬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access     </a:t>
            </a:r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= lookup role  ·  enforce = enforce rules  ·  audit = audit &amp; limits  ·  process = process skill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Role-Based Agentic System - Architecture</dc:title>
  <dc:subject>PptxGenJS Presentation</dc:subject>
  <dc:creator>PptxGenJS</dc:creator>
  <cp:lastModifiedBy>PptxGenJS</cp:lastModifiedBy>
  <cp:revision>1</cp:revision>
  <dcterms:created xsi:type="dcterms:W3CDTF">2026-04-23T04:39:05Z</dcterms:created>
  <dcterms:modified xsi:type="dcterms:W3CDTF">2026-04-23T04:39:05Z</dcterms:modified>
</cp:coreProperties>
</file>