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1179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LAYER  —  Authentication  ·  Token Validation  ·  Encrypted Transport  ·  Rate Limiting  ·  Zero Trust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82880" y="29260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Persona-Based Agentic System  ·  Architecture Diagram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2880" y="603504"/>
            <a:ext cx="1179576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" y="640080"/>
            <a:ext cx="2176272" cy="4773168"/>
          </a:xfrm>
          <a:prstGeom prst="rect">
            <a:avLst/>
          </a:prstGeom>
          <a:solidFill>
            <a:srgbClr val="9D174D">
              <a:alpha val="6000"/>
            </a:srgbClr>
          </a:solidFill>
          <a:ln w="12700">
            <a:solidFill>
              <a:srgbClr val="9D174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19456" y="69494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· RBAC · GOVERNANCE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432304" y="640080"/>
            <a:ext cx="4389120" cy="4773168"/>
          </a:xfrm>
          <a:prstGeom prst="rect">
            <a:avLst/>
          </a:prstGeom>
          <a:solidFill>
            <a:srgbClr val="2563EB">
              <a:alpha val="6000"/>
            </a:srgbClr>
          </a:solidFill>
          <a:ln w="12700">
            <a:solidFill>
              <a:srgbClr val="2563E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523744" y="694944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TO AGENT  ·  O2A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949440" y="640080"/>
            <a:ext cx="2999232" cy="4773168"/>
          </a:xfrm>
          <a:prstGeom prst="rect">
            <a:avLst/>
          </a:prstGeom>
          <a:solidFill>
            <a:srgbClr val="0F766E">
              <a:alpha val="6000"/>
            </a:srgbClr>
          </a:solidFill>
          <a:ln w="12700">
            <a:solidFill>
              <a:srgbClr val="0F766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040880" y="694944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REGISTRY  ·  iWolf FORMAT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0058400" y="640080"/>
            <a:ext cx="1975104" cy="4773168"/>
          </a:xfrm>
          <a:prstGeom prst="rect">
            <a:avLst/>
          </a:prstGeom>
          <a:solidFill>
            <a:srgbClr val="B45309">
              <a:alpha val="6000"/>
            </a:srgbClr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0149840" y="6949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O2I  ·  INSIGHTS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01168" y="914400"/>
            <a:ext cx="2029968" cy="749808"/>
          </a:xfrm>
          <a:prstGeom prst="rect">
            <a:avLst/>
          </a:prstGeom>
          <a:solidFill>
            <a:srgbClr val="FCE7F3"/>
          </a:solidFill>
          <a:ln w="15240">
            <a:solidFill>
              <a:srgbClr val="9D17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914400"/>
            <a:ext cx="2029968" cy="329184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914400"/>
            <a:ext cx="1883664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RBAC Engine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2608" y="1261872"/>
            <a:ext cx="184708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→ UC mapping  ·  Skill access matrix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1755648"/>
            <a:ext cx="2029968" cy="804672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1755648"/>
            <a:ext cx="2029968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755648"/>
            <a:ext cx="1883664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agent.yaml  ·  Identity Store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103120"/>
            <a:ext cx="1847088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 ·  Permissions  ·  Max Exec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EDR Skill and RRO Skill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01168" y="2670048"/>
            <a:ext cx="2029968" cy="713232"/>
          </a:xfrm>
          <a:prstGeom prst="rect">
            <a:avLst/>
          </a:prstGeom>
          <a:solidFill>
            <a:srgbClr val="EDE9FE"/>
          </a:solidFill>
          <a:ln w="15240">
            <a:solidFill>
              <a:srgbClr val="5B21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2670048"/>
            <a:ext cx="2029968" cy="32918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670048"/>
            <a:ext cx="1883664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⛨  Governance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2608" y="3017520"/>
            <a:ext cx="1847088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 ·  Max Exec  ·  Policy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31136" y="1188720"/>
            <a:ext cx="201168" cy="0"/>
          </a:xfrm>
          <a:prstGeom prst="line">
            <a:avLst/>
          </a:prstGeom>
          <a:noFill/>
          <a:ln w="20320">
            <a:solidFill>
              <a:srgbClr val="9D174D"/>
            </a:solidFill>
            <a:prstDash val="solid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2231136" y="10058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231136" y="2048256"/>
            <a:ext cx="20116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2231136" y="186537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31136" y="2926080"/>
            <a:ext cx="201168" cy="0"/>
          </a:xfrm>
          <a:prstGeom prst="line">
            <a:avLst/>
          </a:prstGeom>
          <a:noFill/>
          <a:ln w="20320">
            <a:solidFill>
              <a:srgbClr val="5B21B6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2231136" y="27432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931920" y="658368"/>
            <a:ext cx="1792224" cy="402336"/>
          </a:xfrm>
          <a:prstGeom prst="rect">
            <a:avLst/>
          </a:prstGeom>
          <a:solidFill>
            <a:srgbClr val="F1F5F9"/>
          </a:solidFill>
          <a:ln w="1524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950208" y="694944"/>
            <a:ext cx="292608" cy="292608"/>
          </a:xfrm>
          <a:prstGeom prst="ellipse">
            <a:avLst/>
          </a:prstGeom>
          <a:solidFill>
            <a:srgbClr val="FEF08A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50208" y="694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61104" y="71323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Task Input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28032" y="1060704"/>
            <a:ext cx="0" cy="201168"/>
          </a:xfrm>
          <a:prstGeom prst="line">
            <a:avLst/>
          </a:prstGeom>
          <a:noFill/>
          <a:ln w="20320">
            <a:solidFill>
              <a:srgbClr val="1E293B"/>
            </a:solidFill>
            <a:prstDash val="solid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4005072" y="10972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task + role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68880" y="1280160"/>
            <a:ext cx="4389120" cy="1225296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05456" y="1316736"/>
            <a:ext cx="4315968" cy="1152144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2563EB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05456" y="1316736"/>
            <a:ext cx="431596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96896" y="1316736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615184" y="1773936"/>
            <a:ext cx="1335024" cy="621792"/>
          </a:xfrm>
          <a:prstGeom prst="rect">
            <a:avLst/>
          </a:prstGeom>
          <a:solidFill>
            <a:srgbClr val="FFE4E6"/>
          </a:solidFill>
          <a:ln w="13970">
            <a:solidFill>
              <a:srgbClr val="E11D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15184" y="1773936"/>
            <a:ext cx="1335024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79192" y="182880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Enforcement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679192" y="206654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persona + RBAC rules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041648" y="1773936"/>
            <a:ext cx="1335024" cy="621792"/>
          </a:xfrm>
          <a:prstGeom prst="rect">
            <a:avLst/>
          </a:prstGeom>
          <a:solidFill>
            <a:srgbClr val="CCFBF1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41648" y="1773936"/>
            <a:ext cx="1335024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05656" y="182880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Planner Loop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05656" y="206654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tasks · resolves skill + tool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468112" y="1773936"/>
            <a:ext cx="1335024" cy="621792"/>
          </a:xfrm>
          <a:prstGeom prst="rect">
            <a:avLst/>
          </a:prstGeom>
          <a:solidFill>
            <a:srgbClr val="EDE9FE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68112" y="1773936"/>
            <a:ext cx="1335024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32120" y="182880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Executor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32120" y="206654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 YAML · tools attached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63440" y="2468880"/>
            <a:ext cx="0" cy="237744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arrow"/>
          </a:ln>
        </p:spPr>
      </p:sp>
      <p:sp>
        <p:nvSpPr>
          <p:cNvPr id="55" name="Text 53"/>
          <p:cNvSpPr/>
          <p:nvPr/>
        </p:nvSpPr>
        <p:spPr>
          <a:xfrm>
            <a:off x="3858768" y="250545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 ·  task loop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047488" y="2706624"/>
            <a:ext cx="0" cy="-237744"/>
          </a:xfrm>
          <a:prstGeom prst="line">
            <a:avLst/>
          </a:prstGeom>
          <a:noFill/>
          <a:ln w="16510">
            <a:solidFill>
              <a:srgbClr val="7C3AED"/>
            </a:solidFill>
            <a:prstDash val="sysDash"/>
            <a:tailEnd type="arrow"/>
          </a:ln>
        </p:spPr>
      </p:sp>
      <p:sp>
        <p:nvSpPr>
          <p:cNvPr id="57" name="Text 55"/>
          <p:cNvSpPr/>
          <p:nvPr/>
        </p:nvSpPr>
        <p:spPr>
          <a:xfrm>
            <a:off x="5084064" y="25054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505456" y="2926080"/>
            <a:ext cx="2066544" cy="192024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505456" y="2926080"/>
            <a:ext cx="2066544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78608" y="2926080"/>
            <a:ext cx="1956816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 ·  Event Driven Review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578608" y="3328416"/>
            <a:ext cx="1920240" cy="25603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96896" y="334670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T1–T2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017520" y="3346704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edr-q1..q10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578608" y="3621024"/>
            <a:ext cx="1920240" cy="256032"/>
          </a:xfrm>
          <a:prstGeom prst="rect">
            <a:avLst/>
          </a:prstGeom>
          <a:solidFill>
            <a:srgbClr val="DCFCE7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96896" y="363931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017520" y="363931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data-feature ★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578608" y="3913632"/>
            <a:ext cx="1920240" cy="256032"/>
          </a:xfrm>
          <a:prstGeom prst="rect">
            <a:avLst/>
          </a:prstGeom>
          <a:solidFill>
            <a:srgbClr val="DCFCE7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96896" y="393192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017520" y="393192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data-validator ★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578608" y="4206240"/>
            <a:ext cx="1920240" cy="25603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96896" y="422452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T5–T9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017520" y="422452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edr-q3..q10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578608" y="4498848"/>
            <a:ext cx="1920240" cy="256032"/>
          </a:xfrm>
          <a:prstGeom prst="rect">
            <a:avLst/>
          </a:prstGeom>
          <a:solidFill>
            <a:srgbClr val="DCFCE7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596896" y="451713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3017520" y="45171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worded-gen ★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754880" y="2926080"/>
            <a:ext cx="2066544" cy="192024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754880" y="2926080"/>
            <a:ext cx="2066544" cy="32918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28032" y="2926080"/>
            <a:ext cx="1956816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 ·  Risk Review Override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828032" y="3328416"/>
            <a:ext cx="1920240" cy="256032"/>
          </a:xfrm>
          <a:prstGeom prst="rect">
            <a:avLst/>
          </a:prstGeom>
          <a:solidFill>
            <a:srgbClr val="EDE9FE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46320" y="334670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T1–T2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5266944" y="334670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rro-q1..q10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828032" y="3621024"/>
            <a:ext cx="1920240" cy="256032"/>
          </a:xfrm>
          <a:prstGeom prst="rect">
            <a:avLst/>
          </a:prstGeom>
          <a:solidFill>
            <a:srgbClr val="DCFCE7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46320" y="363931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5266944" y="363931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data-feature ★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828032" y="3913632"/>
            <a:ext cx="1920240" cy="256032"/>
          </a:xfrm>
          <a:prstGeom prst="rect">
            <a:avLst/>
          </a:prstGeom>
          <a:solidFill>
            <a:srgbClr val="DCFCE7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46320" y="393192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5266944" y="393192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data-validator ★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828032" y="4206240"/>
            <a:ext cx="1920240" cy="256032"/>
          </a:xfrm>
          <a:prstGeom prst="rect">
            <a:avLst/>
          </a:prstGeom>
          <a:solidFill>
            <a:srgbClr val="EDE9FE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46320" y="422452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T5–T9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266944" y="422452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rro-q3..q10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828032" y="4498848"/>
            <a:ext cx="1920240" cy="256032"/>
          </a:xfrm>
          <a:prstGeom prst="rect">
            <a:avLst/>
          </a:prstGeom>
          <a:solidFill>
            <a:srgbClr val="DCFCE7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846320" y="451713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5266944" y="451713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worded-gen ★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2505456" y="4919472"/>
            <a:ext cx="4315968" cy="256032"/>
          </a:xfrm>
          <a:prstGeom prst="rect">
            <a:avLst/>
          </a:prstGeom>
          <a:solidFill>
            <a:srgbClr val="DCFCE7"/>
          </a:solidFill>
          <a:ln w="13970">
            <a:solidFill>
              <a:srgbClr val="15803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596896" y="4919472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Shared:  data-feature  ·  data-validator  ·  worded-gen  —  defined ONCE in registry, used by ALL use cases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517136" y="5248656"/>
            <a:ext cx="768096" cy="347472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4517136" y="524865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4901184" y="5175504"/>
            <a:ext cx="0" cy="329184"/>
          </a:xfrm>
          <a:prstGeom prst="line">
            <a:avLst/>
          </a:prstGeom>
          <a:noFill/>
          <a:ln w="16510">
            <a:solidFill>
              <a:srgbClr val="2563EB"/>
            </a:solidFill>
            <a:prstDash val="sysDash"/>
            <a:tailEnd type="arrow"/>
          </a:ln>
        </p:spPr>
      </p:sp>
      <p:sp>
        <p:nvSpPr>
          <p:cNvPr id="99" name="Shape 97"/>
          <p:cNvSpPr/>
          <p:nvPr/>
        </p:nvSpPr>
        <p:spPr>
          <a:xfrm>
            <a:off x="7114032" y="877824"/>
            <a:ext cx="2724912" cy="274320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132320" y="87782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AgentSkill.io  ·  iWolf Standard  ·  Anthropic Format  ·  Google ADK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7114032" y="1225296"/>
            <a:ext cx="2724912" cy="713232"/>
          </a:xfrm>
          <a:prstGeom prst="rect">
            <a:avLst/>
          </a:prstGeom>
          <a:solidFill>
            <a:srgbClr val="DCFCE7"/>
          </a:solidFill>
          <a:ln w="15240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114032" y="1225296"/>
            <a:ext cx="2724912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187184" y="1225296"/>
            <a:ext cx="257860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·  SKILL.MD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7187184" y="1572768"/>
            <a:ext cx="257860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 ·  IO patterns  ·  Intent tags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7187184" y="1783080"/>
            <a:ext cx="914400" cy="155448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187184" y="178308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at init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7114032" y="2011680"/>
            <a:ext cx="2724912" cy="896112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7114032" y="2011680"/>
            <a:ext cx="2724912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187184" y="2011680"/>
            <a:ext cx="257860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·  Full SKILL.MD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7187184" y="2359152"/>
            <a:ext cx="257860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edr-q1..q10  ·  rro-q1..q10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7187184" y="2542032"/>
            <a:ext cx="257860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data-feature ★  ·  data-validator ★  ·  worded-gen ★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7187184" y="2715768"/>
            <a:ext cx="1188720" cy="155448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187184" y="271576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if intent matches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7114032" y="2980944"/>
            <a:ext cx="2724912" cy="694944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7114032" y="2980944"/>
            <a:ext cx="2724912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87184" y="2980944"/>
            <a:ext cx="257860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·  References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7187184" y="3328416"/>
            <a:ext cx="257860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specs  ·  Templates  ·  Scripts  ·  Test sets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7187184" y="3538728"/>
            <a:ext cx="731520" cy="155448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187184" y="3538728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7114032" y="3785616"/>
            <a:ext cx="2724912" cy="658368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1" name="Shape 119"/>
          <p:cNvSpPr/>
          <p:nvPr/>
        </p:nvSpPr>
        <p:spPr>
          <a:xfrm>
            <a:off x="7114032" y="3785616"/>
            <a:ext cx="2724912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187184" y="3785616"/>
            <a:ext cx="257860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7187184" y="4133088"/>
            <a:ext cx="257860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 ·  API  ·  File  ·  Search  ·  Exec  ·  Report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6821424" y="1883664"/>
            <a:ext cx="201168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tailEnd type="arrow"/>
          </a:ln>
        </p:spPr>
      </p:sp>
      <p:sp>
        <p:nvSpPr>
          <p:cNvPr id="125" name="Text 123"/>
          <p:cNvSpPr/>
          <p:nvPr/>
        </p:nvSpPr>
        <p:spPr>
          <a:xfrm>
            <a:off x="6821424" y="17007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L1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6821424" y="2103120"/>
            <a:ext cx="201168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ysDash"/>
            <a:tailEnd type="arrow"/>
          </a:ln>
        </p:spPr>
      </p:sp>
      <p:sp>
        <p:nvSpPr>
          <p:cNvPr id="127" name="Text 125"/>
          <p:cNvSpPr/>
          <p:nvPr/>
        </p:nvSpPr>
        <p:spPr>
          <a:xfrm>
            <a:off x="6821424" y="1920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L2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6821424" y="2286000"/>
            <a:ext cx="201168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ysDash"/>
            <a:tailEnd type="arrow"/>
          </a:ln>
        </p:spPr>
      </p:sp>
      <p:sp>
        <p:nvSpPr>
          <p:cNvPr id="129" name="Text 127"/>
          <p:cNvSpPr/>
          <p:nvPr/>
        </p:nvSpPr>
        <p:spPr>
          <a:xfrm>
            <a:off x="6821424" y="21031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L3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6821424" y="3840480"/>
            <a:ext cx="201168" cy="0"/>
          </a:xfrm>
          <a:prstGeom prst="line">
            <a:avLst/>
          </a:prstGeom>
          <a:noFill/>
          <a:ln w="20320">
            <a:solidFill>
              <a:srgbClr val="D97706"/>
            </a:solidFill>
            <a:prstDash val="solid"/>
            <a:tailEnd type="arrow"/>
          </a:ln>
        </p:spPr>
      </p:sp>
      <p:sp>
        <p:nvSpPr>
          <p:cNvPr id="131" name="Text 129"/>
          <p:cNvSpPr/>
          <p:nvPr/>
        </p:nvSpPr>
        <p:spPr>
          <a:xfrm>
            <a:off x="6821424" y="36576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tool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7114032" y="2084832"/>
            <a:ext cx="-256032" cy="0"/>
          </a:xfrm>
          <a:prstGeom prst="line">
            <a:avLst/>
          </a:prstGeom>
          <a:noFill/>
          <a:ln w="16510">
            <a:solidFill>
              <a:srgbClr val="0F766E"/>
            </a:solidFill>
            <a:prstDash val="sysDash"/>
            <a:tailEnd type="arrow"/>
          </a:ln>
        </p:spPr>
      </p:sp>
      <p:sp>
        <p:nvSpPr>
          <p:cNvPr id="133" name="Text 131"/>
          <p:cNvSpPr/>
          <p:nvPr/>
        </p:nvSpPr>
        <p:spPr>
          <a:xfrm>
            <a:off x="6894576" y="19110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9930384" y="1883664"/>
            <a:ext cx="128016" cy="0"/>
          </a:xfrm>
          <a:prstGeom prst="line">
            <a:avLst/>
          </a:prstGeom>
          <a:noFill/>
          <a:ln w="20320">
            <a:solidFill>
              <a:srgbClr val="D97706"/>
            </a:solidFill>
            <a:prstDash val="solid"/>
            <a:tailEnd type="arrow"/>
          </a:ln>
        </p:spPr>
      </p:sp>
      <p:sp>
        <p:nvSpPr>
          <p:cNvPr id="135" name="Text 133"/>
          <p:cNvSpPr/>
          <p:nvPr/>
        </p:nvSpPr>
        <p:spPr>
          <a:xfrm>
            <a:off x="9930384" y="170078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10222992" y="877824"/>
            <a:ext cx="1645920" cy="420624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7" name="Shape 135"/>
          <p:cNvSpPr/>
          <p:nvPr/>
        </p:nvSpPr>
        <p:spPr>
          <a:xfrm>
            <a:off x="10222992" y="877824"/>
            <a:ext cx="16459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0241280" y="877824"/>
            <a:ext cx="1572768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SKAN.AI Videos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11045952" y="1298448"/>
            <a:ext cx="0" cy="18288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tailEnd type="arrow"/>
          </a:ln>
        </p:spPr>
      </p:sp>
      <p:sp>
        <p:nvSpPr>
          <p:cNvPr id="140" name="Shape 138"/>
          <p:cNvSpPr/>
          <p:nvPr/>
        </p:nvSpPr>
        <p:spPr>
          <a:xfrm>
            <a:off x="10222992" y="1499616"/>
            <a:ext cx="1645920" cy="566928"/>
          </a:xfrm>
          <a:prstGeom prst="rect">
            <a:avLst/>
          </a:prstGeom>
          <a:solidFill>
            <a:srgbClr val="DCFCE7"/>
          </a:solidFill>
          <a:ln w="15240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1" name="Shape 139"/>
          <p:cNvSpPr/>
          <p:nvPr/>
        </p:nvSpPr>
        <p:spPr>
          <a:xfrm>
            <a:off x="10222992" y="1499616"/>
            <a:ext cx="164592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241280" y="1499616"/>
            <a:ext cx="1572768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Generator</a:t>
            </a:r>
            <a:endParaRPr lang="en-US" sz="950" dirty="0"/>
          </a:p>
        </p:txBody>
      </p:sp>
      <p:sp>
        <p:nvSpPr>
          <p:cNvPr id="143" name="Text 141"/>
          <p:cNvSpPr/>
          <p:nvPr/>
        </p:nvSpPr>
        <p:spPr>
          <a:xfrm>
            <a:off x="10241280" y="1828800"/>
            <a:ext cx="157276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from patterns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11045952" y="2066544"/>
            <a:ext cx="0" cy="182880"/>
          </a:xfrm>
          <a:prstGeom prst="line">
            <a:avLst/>
          </a:prstGeom>
          <a:noFill/>
          <a:ln w="20320">
            <a:solidFill>
              <a:srgbClr val="15803D"/>
            </a:solidFill>
            <a:prstDash val="solid"/>
            <a:tailEnd type="arrow"/>
          </a:ln>
        </p:spPr>
      </p:sp>
      <p:sp>
        <p:nvSpPr>
          <p:cNvPr id="145" name="Shape 143"/>
          <p:cNvSpPr/>
          <p:nvPr/>
        </p:nvSpPr>
        <p:spPr>
          <a:xfrm>
            <a:off x="10222992" y="2267712"/>
            <a:ext cx="1645920" cy="566928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6" name="Shape 144"/>
          <p:cNvSpPr/>
          <p:nvPr/>
        </p:nvSpPr>
        <p:spPr>
          <a:xfrm>
            <a:off x="10222992" y="2267712"/>
            <a:ext cx="1645920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0241280" y="2267712"/>
            <a:ext cx="1572768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Skill Library</a:t>
            </a:r>
            <a:endParaRPr lang="en-US" sz="950" dirty="0"/>
          </a:p>
        </p:txBody>
      </p:sp>
      <p:sp>
        <p:nvSpPr>
          <p:cNvPr id="148" name="Text 146"/>
          <p:cNvSpPr/>
          <p:nvPr/>
        </p:nvSpPr>
        <p:spPr>
          <a:xfrm>
            <a:off x="10241280" y="2596896"/>
            <a:ext cx="157276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 ·  Governed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11045952" y="2834640"/>
            <a:ext cx="0" cy="18288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  <a:tailEnd type="arrow"/>
          </a:ln>
        </p:spPr>
      </p:sp>
      <p:sp>
        <p:nvSpPr>
          <p:cNvPr id="150" name="Shape 148"/>
          <p:cNvSpPr/>
          <p:nvPr/>
        </p:nvSpPr>
        <p:spPr>
          <a:xfrm>
            <a:off x="10222992" y="2551176"/>
            <a:ext cx="-384048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ysDash"/>
            <a:tailEnd type="arrow"/>
          </a:ln>
        </p:spPr>
      </p:sp>
      <p:sp>
        <p:nvSpPr>
          <p:cNvPr id="151" name="Text 149"/>
          <p:cNvSpPr/>
          <p:nvPr/>
        </p:nvSpPr>
        <p:spPr>
          <a:xfrm>
            <a:off x="9966960" y="23774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skills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10222992" y="3035808"/>
            <a:ext cx="1645920" cy="804672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3" name="Shape 151"/>
          <p:cNvSpPr/>
          <p:nvPr/>
        </p:nvSpPr>
        <p:spPr>
          <a:xfrm>
            <a:off x="10222992" y="3035808"/>
            <a:ext cx="164592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0241280" y="3035808"/>
            <a:ext cx="1572768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Analytics</a:t>
            </a:r>
            <a:endParaRPr lang="en-US" sz="950" dirty="0"/>
          </a:p>
        </p:txBody>
      </p:sp>
      <p:sp>
        <p:nvSpPr>
          <p:cNvPr id="155" name="Text 153"/>
          <p:cNvSpPr/>
          <p:nvPr/>
        </p:nvSpPr>
        <p:spPr>
          <a:xfrm>
            <a:off x="10241280" y="3364992"/>
            <a:ext cx="1572768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 ·  Performance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telemetry  ·  Cost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0" y="5468112"/>
            <a:ext cx="12161520" cy="914400"/>
          </a:xfrm>
          <a:prstGeom prst="rect">
            <a:avLst/>
          </a:prstGeom>
          <a:solidFill>
            <a:srgbClr val="FFE4E6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0" y="5468112"/>
            <a:ext cx="1316736" cy="91440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6576" y="5468112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</a:t>
            </a:r>
            <a:endParaRPr lang="en-US" sz="1200" dirty="0"/>
          </a:p>
        </p:txBody>
      </p:sp>
      <p:sp>
        <p:nvSpPr>
          <p:cNvPr id="159" name="Shape 157"/>
          <p:cNvSpPr/>
          <p:nvPr/>
        </p:nvSpPr>
        <p:spPr>
          <a:xfrm>
            <a:off x="1152144" y="5303520"/>
            <a:ext cx="0" cy="146304"/>
          </a:xfrm>
          <a:prstGeom prst="line">
            <a:avLst/>
          </a:prstGeom>
          <a:noFill/>
          <a:ln w="15240">
            <a:solidFill>
              <a:srgbClr val="E11D48"/>
            </a:solidFill>
            <a:prstDash val="sysDash"/>
            <a:tailEnd type="arrow"/>
          </a:ln>
        </p:spPr>
      </p:sp>
      <p:sp>
        <p:nvSpPr>
          <p:cNvPr id="160" name="Shape 158"/>
          <p:cNvSpPr/>
          <p:nvPr/>
        </p:nvSpPr>
        <p:spPr>
          <a:xfrm>
            <a:off x="3383280" y="5303520"/>
            <a:ext cx="0" cy="146304"/>
          </a:xfrm>
          <a:prstGeom prst="line">
            <a:avLst/>
          </a:prstGeom>
          <a:noFill/>
          <a:ln w="15240">
            <a:solidFill>
              <a:srgbClr val="E11D48"/>
            </a:solidFill>
            <a:prstDash val="sysDash"/>
            <a:tailEnd type="arrow"/>
          </a:ln>
        </p:spPr>
      </p:sp>
      <p:sp>
        <p:nvSpPr>
          <p:cNvPr id="161" name="Shape 159"/>
          <p:cNvSpPr/>
          <p:nvPr/>
        </p:nvSpPr>
        <p:spPr>
          <a:xfrm>
            <a:off x="5029200" y="5303520"/>
            <a:ext cx="0" cy="146304"/>
          </a:xfrm>
          <a:prstGeom prst="line">
            <a:avLst/>
          </a:prstGeom>
          <a:noFill/>
          <a:ln w="15240">
            <a:solidFill>
              <a:srgbClr val="E11D48"/>
            </a:solidFill>
            <a:prstDash val="sysDash"/>
            <a:tailEnd type="arrow"/>
          </a:ln>
        </p:spPr>
      </p:sp>
      <p:sp>
        <p:nvSpPr>
          <p:cNvPr id="162" name="Shape 160"/>
          <p:cNvSpPr/>
          <p:nvPr/>
        </p:nvSpPr>
        <p:spPr>
          <a:xfrm>
            <a:off x="8430768" y="5303520"/>
            <a:ext cx="0" cy="146304"/>
          </a:xfrm>
          <a:prstGeom prst="line">
            <a:avLst/>
          </a:prstGeom>
          <a:noFill/>
          <a:ln w="15240">
            <a:solidFill>
              <a:srgbClr val="E11D48"/>
            </a:solidFill>
            <a:prstDash val="sysDash"/>
            <a:tailEnd type="arrow"/>
          </a:ln>
        </p:spPr>
      </p:sp>
      <p:sp>
        <p:nvSpPr>
          <p:cNvPr id="163" name="Shape 161"/>
          <p:cNvSpPr/>
          <p:nvPr/>
        </p:nvSpPr>
        <p:spPr>
          <a:xfrm>
            <a:off x="10954512" y="5303520"/>
            <a:ext cx="0" cy="146304"/>
          </a:xfrm>
          <a:prstGeom prst="line">
            <a:avLst/>
          </a:prstGeom>
          <a:noFill/>
          <a:ln w="15240">
            <a:solidFill>
              <a:srgbClr val="E11D48"/>
            </a:solidFill>
            <a:prstDash val="sysDash"/>
            <a:tailEnd type="arrow"/>
          </a:ln>
        </p:spPr>
      </p:sp>
      <p:sp>
        <p:nvSpPr>
          <p:cNvPr id="164" name="Shape 162"/>
          <p:cNvSpPr/>
          <p:nvPr/>
        </p:nvSpPr>
        <p:spPr>
          <a:xfrm>
            <a:off x="1426464" y="5559552"/>
            <a:ext cx="1956816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517904" y="55778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Execution Log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1517904" y="587044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· What · When · Result</a:t>
            </a:r>
            <a:endParaRPr lang="en-US" sz="850" dirty="0"/>
          </a:p>
        </p:txBody>
      </p:sp>
      <p:sp>
        <p:nvSpPr>
          <p:cNvPr id="167" name="Shape 165"/>
          <p:cNvSpPr/>
          <p:nvPr/>
        </p:nvSpPr>
        <p:spPr>
          <a:xfrm>
            <a:off x="3511296" y="5559552"/>
            <a:ext cx="1956816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3602736" y="55778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 &amp; Access Log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3602736" y="587044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Token · Role checks</a:t>
            </a:r>
            <a:endParaRPr lang="en-US" sz="850" dirty="0"/>
          </a:p>
        </p:txBody>
      </p:sp>
      <p:sp>
        <p:nvSpPr>
          <p:cNvPr id="170" name="Shape 168"/>
          <p:cNvSpPr/>
          <p:nvPr/>
        </p:nvSpPr>
        <p:spPr>
          <a:xfrm>
            <a:off x="5596128" y="5559552"/>
            <a:ext cx="1956816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5687568" y="55778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Approval Records</a:t>
            </a:r>
            <a:endParaRPr lang="en-US" sz="900" dirty="0"/>
          </a:p>
        </p:txBody>
      </p:sp>
      <p:sp>
        <p:nvSpPr>
          <p:cNvPr id="172" name="Text 170"/>
          <p:cNvSpPr/>
          <p:nvPr/>
        </p:nvSpPr>
        <p:spPr>
          <a:xfrm>
            <a:off x="5687568" y="587044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decisions · Approver · Timestamp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7680960" y="5559552"/>
            <a:ext cx="1956816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772400" y="55778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Skill Usage Log</a:t>
            </a:r>
            <a:endParaRPr lang="en-US" sz="900" dirty="0"/>
          </a:p>
        </p:txBody>
      </p:sp>
      <p:sp>
        <p:nvSpPr>
          <p:cNvPr id="175" name="Text 173"/>
          <p:cNvSpPr/>
          <p:nvPr/>
        </p:nvSpPr>
        <p:spPr>
          <a:xfrm>
            <a:off x="7772400" y="587044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L1/L2/L3 · Tool calls · Latency</a:t>
            </a:r>
            <a:endParaRPr lang="en-US" sz="850" dirty="0"/>
          </a:p>
        </p:txBody>
      </p:sp>
      <p:sp>
        <p:nvSpPr>
          <p:cNvPr id="176" name="Shape 174"/>
          <p:cNvSpPr/>
          <p:nvPr/>
        </p:nvSpPr>
        <p:spPr>
          <a:xfrm>
            <a:off x="9765792" y="5559552"/>
            <a:ext cx="1956816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857232" y="55778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Anomaly &amp; Alerts</a:t>
            </a:r>
            <a:endParaRPr lang="en-US" sz="900" dirty="0"/>
          </a:p>
        </p:txBody>
      </p:sp>
      <p:sp>
        <p:nvSpPr>
          <p:cNvPr id="178" name="Text 176"/>
          <p:cNvSpPr/>
          <p:nvPr/>
        </p:nvSpPr>
        <p:spPr>
          <a:xfrm>
            <a:off x="9857232" y="587044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access · Limit breaches</a:t>
            </a:r>
            <a:endParaRPr lang="en-US" sz="850" dirty="0"/>
          </a:p>
        </p:txBody>
      </p:sp>
      <p:sp>
        <p:nvSpPr>
          <p:cNvPr id="179" name="Shape 177"/>
          <p:cNvSpPr/>
          <p:nvPr/>
        </p:nvSpPr>
        <p:spPr>
          <a:xfrm>
            <a:off x="0" y="6419088"/>
            <a:ext cx="121615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0" y="6419088"/>
            <a:ext cx="1216152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56032" y="6565392"/>
            <a:ext cx="219456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30352" y="6528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1938528" y="6565392"/>
            <a:ext cx="219456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212848" y="6528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skill</a:t>
            </a:r>
            <a:endParaRPr lang="en-US" sz="800" dirty="0"/>
          </a:p>
        </p:txBody>
      </p:sp>
      <p:sp>
        <p:nvSpPr>
          <p:cNvPr id="185" name="Shape 183"/>
          <p:cNvSpPr/>
          <p:nvPr/>
        </p:nvSpPr>
        <p:spPr>
          <a:xfrm>
            <a:off x="3621024" y="6565392"/>
            <a:ext cx="219456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895344" y="6528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process</a:t>
            </a:r>
            <a:endParaRPr lang="en-US" sz="800" dirty="0"/>
          </a:p>
        </p:txBody>
      </p:sp>
      <p:sp>
        <p:nvSpPr>
          <p:cNvPr id="187" name="Shape 185"/>
          <p:cNvSpPr/>
          <p:nvPr/>
        </p:nvSpPr>
        <p:spPr>
          <a:xfrm>
            <a:off x="5303520" y="6565392"/>
            <a:ext cx="219456" cy="9144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577840" y="6528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audit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6986016" y="6565392"/>
            <a:ext cx="219456" cy="914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7260336" y="6528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8668512" y="6565392"/>
            <a:ext cx="219456" cy="914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8942832" y="6528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shared skill</a:t>
            </a:r>
            <a:endParaRPr lang="en-US" sz="800" dirty="0"/>
          </a:p>
        </p:txBody>
      </p:sp>
      <p:sp>
        <p:nvSpPr>
          <p:cNvPr id="193" name="Shape 191"/>
          <p:cNvSpPr/>
          <p:nvPr/>
        </p:nvSpPr>
        <p:spPr>
          <a:xfrm>
            <a:off x="10351008" y="6565392"/>
            <a:ext cx="219456" cy="9144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10625328" y="6528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persona</a:t>
            </a:r>
            <a:endParaRPr lang="en-US" sz="800" dirty="0"/>
          </a:p>
        </p:txBody>
      </p:sp>
      <p:sp>
        <p:nvSpPr>
          <p:cNvPr id="195" name="Text 193"/>
          <p:cNvSpPr/>
          <p:nvPr/>
        </p:nvSpPr>
        <p:spPr>
          <a:xfrm>
            <a:off x="8778240" y="65288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iWolf  ·  Anthropic Agent Format  ·  Google ADK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2026-05-12T15:02:55Z</dcterms:created>
  <dcterms:modified xsi:type="dcterms:W3CDTF">2026-05-12T15:02:55Z</dcterms:modified>
</cp:coreProperties>
</file>